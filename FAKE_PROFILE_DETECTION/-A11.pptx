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34"/>
  </p:notesMasterIdLst>
  <p:handoutMasterIdLst>
    <p:handoutMasterId r:id="rId35"/>
  </p:handoutMasterIdLst>
  <p:sldIdLst>
    <p:sldId id="292" r:id="rId5"/>
    <p:sldId id="293" r:id="rId6"/>
    <p:sldId id="294" r:id="rId7"/>
    <p:sldId id="295" r:id="rId8"/>
    <p:sldId id="302" r:id="rId9"/>
    <p:sldId id="297" r:id="rId10"/>
    <p:sldId id="298" r:id="rId11"/>
    <p:sldId id="299" r:id="rId12"/>
    <p:sldId id="303" r:id="rId13"/>
    <p:sldId id="304" r:id="rId14"/>
    <p:sldId id="311" r:id="rId15"/>
    <p:sldId id="322" r:id="rId16"/>
    <p:sldId id="305" r:id="rId17"/>
    <p:sldId id="306" r:id="rId18"/>
    <p:sldId id="307" r:id="rId19"/>
    <p:sldId id="310" r:id="rId20"/>
    <p:sldId id="324" r:id="rId21"/>
    <p:sldId id="325" r:id="rId22"/>
    <p:sldId id="327" r:id="rId23"/>
    <p:sldId id="314" r:id="rId24"/>
    <p:sldId id="328" r:id="rId25"/>
    <p:sldId id="329" r:id="rId26"/>
    <p:sldId id="330" r:id="rId27"/>
    <p:sldId id="319" r:id="rId28"/>
    <p:sldId id="332" r:id="rId29"/>
    <p:sldId id="333" r:id="rId30"/>
    <p:sldId id="334" r:id="rId31"/>
    <p:sldId id="335" r:id="rId32"/>
    <p:sldId id="301" r:id="rId3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7D0D51E-B1BF-4BD7-90EB-53D63C7AAB81}">
          <p14:sldIdLst>
            <p14:sldId id="292"/>
            <p14:sldId id="293"/>
            <p14:sldId id="294"/>
            <p14:sldId id="295"/>
            <p14:sldId id="302"/>
            <p14:sldId id="297"/>
            <p14:sldId id="298"/>
            <p14:sldId id="299"/>
            <p14:sldId id="303"/>
            <p14:sldId id="304"/>
          </p14:sldIdLst>
        </p14:section>
        <p14:section name="Untitled Section" id="{16F5F328-F37C-4DB9-887B-A588E2BD3C5E}">
          <p14:sldIdLst>
            <p14:sldId id="311"/>
            <p14:sldId id="322"/>
            <p14:sldId id="305"/>
            <p14:sldId id="306"/>
            <p14:sldId id="307"/>
            <p14:sldId id="310"/>
            <p14:sldId id="324"/>
            <p14:sldId id="325"/>
            <p14:sldId id="327"/>
            <p14:sldId id="314"/>
            <p14:sldId id="328"/>
            <p14:sldId id="329"/>
            <p14:sldId id="330"/>
            <p14:sldId id="319"/>
            <p14:sldId id="332"/>
            <p14:sldId id="333"/>
            <p14:sldId id="334"/>
            <p14:sldId id="335"/>
            <p14:sldId id="301"/>
          </p14:sldIdLst>
        </p14:section>
      </p14:sectionLst>
    </p:ext>
    <p:ext uri="{EFAFB233-063F-42B5-8137-9DF3F51BA10A}">
      <p15:sldGuideLst xmlns:p15="http://schemas.microsoft.com/office/powerpoint/2012/main">
        <p15:guide id="1" orient="horz" pos="1536" userDrawn="1">
          <p15:clr>
            <a:srgbClr val="A4A3A4"/>
          </p15:clr>
        </p15:guide>
        <p15:guide id="2" pos="312"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6992"/>
    <a:srgbClr val="AEC2D8"/>
    <a:srgbClr val="98432A"/>
    <a:srgbClr val="D84400"/>
    <a:srgbClr val="44678D"/>
    <a:srgbClr val="263E5A"/>
    <a:srgbClr val="D6E0EB"/>
    <a:srgbClr val="728DAB"/>
    <a:srgbClr val="C95B3A"/>
    <a:srgbClr val="2D4C6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8F1028F-6D56-4784-A363-57FD938BC66B}" v="10" dt="2024-05-11T06:01:31.0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634"/>
  </p:normalViewPr>
  <p:slideViewPr>
    <p:cSldViewPr snapToGrid="0" showGuides="1">
      <p:cViewPr varScale="1">
        <p:scale>
          <a:sx n="85" d="100"/>
          <a:sy n="85" d="100"/>
        </p:scale>
        <p:origin x="590" y="62"/>
      </p:cViewPr>
      <p:guideLst>
        <p:guide orient="horz" pos="1536"/>
        <p:guide pos="312"/>
      </p:guideLst>
    </p:cSldViewPr>
  </p:slideViewPr>
  <p:outlineViewPr>
    <p:cViewPr>
      <p:scale>
        <a:sx n="33" d="100"/>
        <a:sy n="33" d="100"/>
      </p:scale>
      <p:origin x="0" y="-1616"/>
    </p:cViewPr>
  </p:outlineViewPr>
  <p:notesTextViewPr>
    <p:cViewPr>
      <p:scale>
        <a:sx n="1" d="1"/>
        <a:sy n="1" d="1"/>
      </p:scale>
      <p:origin x="0" y="0"/>
    </p:cViewPr>
  </p:notesTextViewPr>
  <p:sorterViewPr>
    <p:cViewPr>
      <p:scale>
        <a:sx n="150" d="100"/>
        <a:sy n="150" d="100"/>
      </p:scale>
      <p:origin x="0" y="-13766"/>
    </p:cViewPr>
  </p:sorterViewPr>
  <p:notesViewPr>
    <p:cSldViewPr snapToGrid="0">
      <p:cViewPr varScale="1">
        <p:scale>
          <a:sx n="58" d="100"/>
          <a:sy n="58" d="100"/>
        </p:scale>
        <p:origin x="2491" y="67"/>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handoutMaster" Target="handoutMasters/handoutMaster1.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D26A2A-0A96-0647-84E5-C82F2EFD9474}" type="datetimeFigureOut">
              <a:rPr lang="en-US" smtClean="0"/>
              <a:t>5/10/2024</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8DC1D1-B6C2-C644-8BF1-C34DBFFE1C78}" type="slidenum">
              <a:rPr lang="en-US" smtClean="0"/>
              <a:t>‹#›</a:t>
            </a:fld>
            <a:endParaRPr 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9" name="Slide Image Placeholder 8"/>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11" name="Date Placeholder 10"/>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D61DD8-56E8-44DB-8D68-9188DEA50502}" type="datetimeFigureOut">
              <a:rPr lang="en-US" smtClean="0"/>
              <a:t>5/10/2024</a:t>
            </a:fld>
            <a:endParaRPr lang="en-US"/>
          </a:p>
        </p:txBody>
      </p:sp>
      <p:sp>
        <p:nvSpPr>
          <p:cNvPr id="12" name="Notes Placeholder 11"/>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84C781-2765-427A-A960-385CE0D0CAB9}"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a:t>
            </a:fld>
            <a:endParaRPr lang="en-US" altLang="zh-CN" noProof="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bg>
      <p:bgPr>
        <a:solidFill>
          <a:schemeClr val="accent3">
            <a:alpha val="20000"/>
          </a:schemeClr>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1484764" y="1986926"/>
            <a:ext cx="5257793" cy="2057441"/>
          </a:xfrm>
        </p:spPr>
        <p:txBody>
          <a:bodyPr>
            <a:noAutofit/>
          </a:bodyPr>
          <a:lstStyle/>
          <a:p>
            <a:r>
              <a:rPr lang="en-US" noProof="0" dirty="0"/>
              <a:t>Click to edit Master title style</a:t>
            </a:r>
          </a:p>
        </p:txBody>
      </p:sp>
      <p:cxnSp>
        <p:nvCxnSpPr>
          <p:cNvPr id="24" name="Straight Connector 2"/>
          <p:cNvCxnSpPr/>
          <p:nvPr userDrawn="1"/>
        </p:nvCxnSpPr>
        <p:spPr>
          <a:xfrm>
            <a:off x="1509005" y="4172084"/>
            <a:ext cx="0" cy="760288"/>
          </a:xfrm>
          <a:prstGeom prst="line">
            <a:avLst/>
          </a:prstGeom>
          <a:noFill/>
          <a:ln w="19050" cap="flat" cmpd="sng" algn="ctr">
            <a:solidFill>
              <a:srgbClr val="D84400"/>
            </a:solidFill>
            <a:prstDash val="solid"/>
            <a:miter lim="800000"/>
          </a:ln>
          <a:effectLst/>
        </p:spPr>
      </p:cxnSp>
      <p:sp>
        <p:nvSpPr>
          <p:cNvPr id="27" name="Content placeholder 47" descr="Click icon to add picture"/>
          <p:cNvSpPr>
            <a:spLocks noGrp="1"/>
          </p:cNvSpPr>
          <p:nvPr>
            <p:ph type="body" sz="quarter" idx="28" hasCustomPrompt="1"/>
          </p:nvPr>
        </p:nvSpPr>
        <p:spPr>
          <a:xfrm>
            <a:off x="1601366" y="4172084"/>
            <a:ext cx="1570612" cy="760288"/>
          </a:xfrm>
          <a:prstGeom prst="rect">
            <a:avLst/>
          </a:prstGeom>
        </p:spPr>
        <p:txBody>
          <a:bodyPr>
            <a:noAutofit/>
          </a:bodyPr>
          <a:lstStyle>
            <a:lvl1pPr marL="0" indent="0">
              <a:lnSpc>
                <a:spcPct val="100000"/>
              </a:lnSpc>
              <a:buNone/>
              <a:defRPr sz="1800" b="0">
                <a:solidFill>
                  <a:schemeClr val="accent6"/>
                </a:solidFill>
              </a:defRPr>
            </a:lvl1pPr>
            <a:lvl2pPr>
              <a:defRPr sz="1000"/>
            </a:lvl2pPr>
            <a:lvl3pPr>
              <a:defRPr sz="900"/>
            </a:lvl3pPr>
            <a:lvl4pPr>
              <a:defRPr sz="800"/>
            </a:lvl4pPr>
            <a:lvl5pPr>
              <a:defRPr sz="800"/>
            </a:lvl5pPr>
          </a:lstStyle>
          <a:p>
            <a:pPr lvl="0"/>
            <a:r>
              <a:rPr lang="en-US" altLang="zh-CN" noProof="0"/>
              <a:t>Click to edit Master title style </a:t>
            </a:r>
          </a:p>
        </p:txBody>
      </p:sp>
      <p:sp>
        <p:nvSpPr>
          <p:cNvPr id="47" name="Content placeholder 47"/>
          <p:cNvSpPr>
            <a:spLocks noGrp="1"/>
          </p:cNvSpPr>
          <p:nvPr>
            <p:ph type="pic" sz="quarter" idx="47" hasCustomPrompt="1"/>
          </p:nvPr>
        </p:nvSpPr>
        <p:spPr>
          <a:xfrm>
            <a:off x="6742557" y="821836"/>
            <a:ext cx="4405503" cy="5066346"/>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1" fmla="*/ 0 w 4816475"/>
              <a:gd name="connsiteY0-2" fmla="*/ 2407443 h 4814886"/>
              <a:gd name="connsiteX1-3" fmla="*/ 2199402 w 4816475"/>
              <a:gd name="connsiteY1-4" fmla="*/ 243840 h 4814886"/>
              <a:gd name="connsiteX2-5" fmla="*/ 3612753 w 4816475"/>
              <a:gd name="connsiteY2-6" fmla="*/ 0 h 4814886"/>
              <a:gd name="connsiteX3-7" fmla="*/ 4816475 w 4816475"/>
              <a:gd name="connsiteY3-8" fmla="*/ 2407443 h 4814886"/>
              <a:gd name="connsiteX4-9" fmla="*/ 3612753 w 4816475"/>
              <a:gd name="connsiteY4-10" fmla="*/ 4814886 h 4814886"/>
              <a:gd name="connsiteX5-11" fmla="*/ 1203722 w 4816475"/>
              <a:gd name="connsiteY5-12" fmla="*/ 4814886 h 4814886"/>
              <a:gd name="connsiteX6-13" fmla="*/ 0 w 4816475"/>
              <a:gd name="connsiteY6-14" fmla="*/ 2407443 h 4814886"/>
              <a:gd name="connsiteX0-15" fmla="*/ 0 w 4816475"/>
              <a:gd name="connsiteY0-16" fmla="*/ 2163603 h 4571046"/>
              <a:gd name="connsiteX1-17" fmla="*/ 2199402 w 4816475"/>
              <a:gd name="connsiteY1-18" fmla="*/ 0 h 4571046"/>
              <a:gd name="connsiteX2-19" fmla="*/ 4608433 w 4816475"/>
              <a:gd name="connsiteY2-20" fmla="*/ 721360 h 4571046"/>
              <a:gd name="connsiteX3-21" fmla="*/ 4816475 w 4816475"/>
              <a:gd name="connsiteY3-22" fmla="*/ 2163603 h 4571046"/>
              <a:gd name="connsiteX4-23" fmla="*/ 3612753 w 4816475"/>
              <a:gd name="connsiteY4-24" fmla="*/ 4571046 h 4571046"/>
              <a:gd name="connsiteX5-25" fmla="*/ 1203722 w 4816475"/>
              <a:gd name="connsiteY5-26" fmla="*/ 4571046 h 4571046"/>
              <a:gd name="connsiteX6-27" fmla="*/ 0 w 4816475"/>
              <a:gd name="connsiteY6-28" fmla="*/ 2163603 h 4571046"/>
              <a:gd name="connsiteX0-29" fmla="*/ 0 w 4958715"/>
              <a:gd name="connsiteY0-30" fmla="*/ 2163603 h 4571046"/>
              <a:gd name="connsiteX1-31" fmla="*/ 2199402 w 4958715"/>
              <a:gd name="connsiteY1-32" fmla="*/ 0 h 4571046"/>
              <a:gd name="connsiteX2-33" fmla="*/ 4608433 w 4958715"/>
              <a:gd name="connsiteY2-34" fmla="*/ 721360 h 4571046"/>
              <a:gd name="connsiteX3-35" fmla="*/ 4958715 w 4958715"/>
              <a:gd name="connsiteY3-36" fmla="*/ 2803683 h 4571046"/>
              <a:gd name="connsiteX4-37" fmla="*/ 3612753 w 4958715"/>
              <a:gd name="connsiteY4-38" fmla="*/ 4571046 h 4571046"/>
              <a:gd name="connsiteX5-39" fmla="*/ 1203722 w 4958715"/>
              <a:gd name="connsiteY5-40" fmla="*/ 4571046 h 4571046"/>
              <a:gd name="connsiteX6-41" fmla="*/ 0 w 4958715"/>
              <a:gd name="connsiteY6-42" fmla="*/ 2163603 h 4571046"/>
              <a:gd name="connsiteX0-43" fmla="*/ 0 w 4916043"/>
              <a:gd name="connsiteY0-44" fmla="*/ 1273587 h 4571046"/>
              <a:gd name="connsiteX1-45" fmla="*/ 2156730 w 4916043"/>
              <a:gd name="connsiteY1-46" fmla="*/ 0 h 4571046"/>
              <a:gd name="connsiteX2-47" fmla="*/ 4565761 w 4916043"/>
              <a:gd name="connsiteY2-48" fmla="*/ 721360 h 4571046"/>
              <a:gd name="connsiteX3-49" fmla="*/ 4916043 w 4916043"/>
              <a:gd name="connsiteY3-50" fmla="*/ 2803683 h 4571046"/>
              <a:gd name="connsiteX4-51" fmla="*/ 3570081 w 4916043"/>
              <a:gd name="connsiteY4-52" fmla="*/ 4571046 h 4571046"/>
              <a:gd name="connsiteX5-53" fmla="*/ 1161050 w 4916043"/>
              <a:gd name="connsiteY5-54" fmla="*/ 4571046 h 4571046"/>
              <a:gd name="connsiteX6-55" fmla="*/ 0 w 4916043"/>
              <a:gd name="connsiteY6-56" fmla="*/ 1273587 h 4571046"/>
              <a:gd name="connsiteX0-57" fmla="*/ 0 w 4916043"/>
              <a:gd name="connsiteY0-58" fmla="*/ 1273587 h 4571046"/>
              <a:gd name="connsiteX1-59" fmla="*/ 2156730 w 4916043"/>
              <a:gd name="connsiteY1-60" fmla="*/ 0 h 4571046"/>
              <a:gd name="connsiteX2-61" fmla="*/ 4565761 w 4916043"/>
              <a:gd name="connsiteY2-62" fmla="*/ 721360 h 4571046"/>
              <a:gd name="connsiteX3-63" fmla="*/ 4916043 w 4916043"/>
              <a:gd name="connsiteY3-64" fmla="*/ 2803683 h 4571046"/>
              <a:gd name="connsiteX4-65" fmla="*/ 3570081 w 4916043"/>
              <a:gd name="connsiteY4-66" fmla="*/ 4571046 h 4571046"/>
              <a:gd name="connsiteX5-67" fmla="*/ 21098 w 4916043"/>
              <a:gd name="connsiteY5-68" fmla="*/ 3815142 h 4571046"/>
              <a:gd name="connsiteX6-69" fmla="*/ 0 w 4916043"/>
              <a:gd name="connsiteY6-70" fmla="*/ 1273587 h 4571046"/>
              <a:gd name="connsiteX0-71" fmla="*/ 0 w 4916043"/>
              <a:gd name="connsiteY0-72" fmla="*/ 1273587 h 5066346"/>
              <a:gd name="connsiteX1-73" fmla="*/ 2156730 w 4916043"/>
              <a:gd name="connsiteY1-74" fmla="*/ 0 h 5066346"/>
              <a:gd name="connsiteX2-75" fmla="*/ 4565761 w 4916043"/>
              <a:gd name="connsiteY2-76" fmla="*/ 721360 h 5066346"/>
              <a:gd name="connsiteX3-77" fmla="*/ 4916043 w 4916043"/>
              <a:gd name="connsiteY3-78" fmla="*/ 2803683 h 5066346"/>
              <a:gd name="connsiteX4-79" fmla="*/ 2236581 w 4916043"/>
              <a:gd name="connsiteY4-80" fmla="*/ 5066346 h 5066346"/>
              <a:gd name="connsiteX5-81" fmla="*/ 21098 w 4916043"/>
              <a:gd name="connsiteY5-82" fmla="*/ 3815142 h 5066346"/>
              <a:gd name="connsiteX6-83" fmla="*/ 0 w 4916043"/>
              <a:gd name="connsiteY6-84" fmla="*/ 1273587 h 5066346"/>
              <a:gd name="connsiteX0-85" fmla="*/ 0 w 4565761"/>
              <a:gd name="connsiteY0-86" fmla="*/ 1273587 h 5066346"/>
              <a:gd name="connsiteX1-87" fmla="*/ 2156730 w 4565761"/>
              <a:gd name="connsiteY1-88" fmla="*/ 0 h 5066346"/>
              <a:gd name="connsiteX2-89" fmla="*/ 4565761 w 4565761"/>
              <a:gd name="connsiteY2-90" fmla="*/ 721360 h 5066346"/>
              <a:gd name="connsiteX3-91" fmla="*/ 4405503 w 4565761"/>
              <a:gd name="connsiteY3-92" fmla="*/ 3801903 h 5066346"/>
              <a:gd name="connsiteX4-93" fmla="*/ 2236581 w 4565761"/>
              <a:gd name="connsiteY4-94" fmla="*/ 5066346 h 5066346"/>
              <a:gd name="connsiteX5-95" fmla="*/ 21098 w 4565761"/>
              <a:gd name="connsiteY5-96" fmla="*/ 3815142 h 5066346"/>
              <a:gd name="connsiteX6-97" fmla="*/ 0 w 4565761"/>
              <a:gd name="connsiteY6-98" fmla="*/ 1273587 h 5066346"/>
              <a:gd name="connsiteX0-99" fmla="*/ 0 w 4405503"/>
              <a:gd name="connsiteY0-100" fmla="*/ 1273587 h 5066346"/>
              <a:gd name="connsiteX1-101" fmla="*/ 2156730 w 4405503"/>
              <a:gd name="connsiteY1-102" fmla="*/ 0 h 5066346"/>
              <a:gd name="connsiteX2-103" fmla="*/ 4398121 w 4405503"/>
              <a:gd name="connsiteY2-104" fmla="*/ 1277620 h 5066346"/>
              <a:gd name="connsiteX3-105" fmla="*/ 4405503 w 4405503"/>
              <a:gd name="connsiteY3-106" fmla="*/ 3801903 h 5066346"/>
              <a:gd name="connsiteX4-107" fmla="*/ 2236581 w 4405503"/>
              <a:gd name="connsiteY4-108" fmla="*/ 5066346 h 5066346"/>
              <a:gd name="connsiteX5-109" fmla="*/ 21098 w 4405503"/>
              <a:gd name="connsiteY5-110" fmla="*/ 3815142 h 5066346"/>
              <a:gd name="connsiteX6-111" fmla="*/ 0 w 4405503"/>
              <a:gd name="connsiteY6-112" fmla="*/ 1273587 h 506634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accent6"/>
                </a:solidFill>
              </a:defRPr>
            </a:lvl1pPr>
          </a:lstStyle>
          <a:p>
            <a:r>
              <a:rPr lang="en-US" altLang="zh-CN" noProof="0" dirty="0"/>
              <a:t>Click icon to add picture≈≈</a:t>
            </a:r>
          </a:p>
        </p:txBody>
      </p:sp>
      <p:sp>
        <p:nvSpPr>
          <p:cNvPr id="9" name="Freeform: Shape 11"/>
          <p:cNvSpPr/>
          <p:nvPr userDrawn="1"/>
        </p:nvSpPr>
        <p:spPr>
          <a:xfrm>
            <a:off x="7441324" y="5568778"/>
            <a:ext cx="829927" cy="949454"/>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3"/>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7" name="Title 16"/>
          <p:cNvSpPr>
            <a:spLocks noGrp="1"/>
          </p:cNvSpPr>
          <p:nvPr>
            <p:ph type="title"/>
          </p:nvPr>
        </p:nvSpPr>
        <p:spPr>
          <a:xfrm>
            <a:off x="512572" y="3435545"/>
            <a:ext cx="4253399" cy="1740114"/>
          </a:xfrm>
        </p:spPr>
        <p:txBody>
          <a:bodyPr>
            <a:noAutofit/>
          </a:bodyPr>
          <a:lstStyle>
            <a:lvl1pPr>
              <a:defRPr>
                <a:solidFill>
                  <a:schemeClr val="accent6"/>
                </a:solidFill>
              </a:defRPr>
            </a:lvl1pPr>
          </a:lstStyle>
          <a:p>
            <a:r>
              <a:rPr lang="en-US"/>
              <a:t>Click to edit Master title style</a:t>
            </a:r>
            <a:endParaRPr lang="en-US" dirty="0"/>
          </a:p>
        </p:txBody>
      </p:sp>
      <p:sp>
        <p:nvSpPr>
          <p:cNvPr id="7" name="Freeform: Shape 4"/>
          <p:cNvSpPr/>
          <p:nvPr userDrawn="1"/>
        </p:nvSpPr>
        <p:spPr>
          <a:xfrm>
            <a:off x="6282845" y="525294"/>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3" name="Freeform: Shape 12"/>
          <p:cNvSpPr/>
          <p:nvPr userDrawn="1"/>
        </p:nvSpPr>
        <p:spPr>
          <a:xfrm>
            <a:off x="8375472" y="496110"/>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4" name="Freeform: Shape 13"/>
          <p:cNvSpPr/>
          <p:nvPr userDrawn="1"/>
        </p:nvSpPr>
        <p:spPr>
          <a:xfrm>
            <a:off x="7328126" y="2310315"/>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5" name="Freeform: Shape 14"/>
          <p:cNvSpPr/>
          <p:nvPr userDrawn="1"/>
        </p:nvSpPr>
        <p:spPr>
          <a:xfrm>
            <a:off x="8375472" y="4095335"/>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6" name="Freeform: Shape 15"/>
          <p:cNvSpPr/>
          <p:nvPr userDrawn="1"/>
        </p:nvSpPr>
        <p:spPr>
          <a:xfrm>
            <a:off x="9403474" y="231031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24" name="Content placeholder 47" descr="Click icon to add picture"/>
          <p:cNvSpPr>
            <a:spLocks noGrp="1"/>
          </p:cNvSpPr>
          <p:nvPr>
            <p:ph type="body" sz="quarter" idx="28" hasCustomPrompt="1"/>
          </p:nvPr>
        </p:nvSpPr>
        <p:spPr>
          <a:xfrm>
            <a:off x="6274027" y="1076241"/>
            <a:ext cx="1913128" cy="1054727"/>
          </a:xfrm>
          <a:prstGeom prst="rect">
            <a:avLst/>
          </a:prstGeom>
        </p:spPr>
        <p:txBody>
          <a:bodyPr anchor="ctr">
            <a:noAutofit/>
          </a:bodyPr>
          <a:lstStyle>
            <a:lvl1pPr marL="0" indent="0" algn="ctr">
              <a:lnSpc>
                <a:spcPct val="100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a:t>
            </a:r>
            <a:r>
              <a:rPr lang="zh-CN" altLang="en-US" dirty="0"/>
              <a:t> </a:t>
            </a:r>
            <a:r>
              <a:rPr lang="en-US" altLang="zh-CN" dirty="0"/>
              <a:t>Master title style </a:t>
            </a:r>
          </a:p>
        </p:txBody>
      </p:sp>
      <p:sp>
        <p:nvSpPr>
          <p:cNvPr id="26" name="Content placeholder 47" descr="Click icon to add picture"/>
          <p:cNvSpPr>
            <a:spLocks noGrp="1"/>
          </p:cNvSpPr>
          <p:nvPr>
            <p:ph type="body" sz="quarter" idx="29" hasCustomPrompt="1"/>
          </p:nvPr>
        </p:nvSpPr>
        <p:spPr>
          <a:xfrm>
            <a:off x="8375472" y="1076241"/>
            <a:ext cx="1904890" cy="1054728"/>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a:t>
            </a:r>
            <a:r>
              <a:rPr lang="zh-CN" altLang="en-US" dirty="0"/>
              <a:t> </a:t>
            </a:r>
            <a:r>
              <a:rPr lang="en-US" altLang="zh-CN" dirty="0"/>
              <a:t>Master title style </a:t>
            </a:r>
          </a:p>
        </p:txBody>
      </p:sp>
      <p:sp>
        <p:nvSpPr>
          <p:cNvPr id="33" name="Content placeholder 47" descr="Click icon to add picture"/>
          <p:cNvSpPr>
            <a:spLocks noGrp="1"/>
          </p:cNvSpPr>
          <p:nvPr>
            <p:ph type="body" sz="quarter" idx="30" hasCustomPrompt="1"/>
          </p:nvPr>
        </p:nvSpPr>
        <p:spPr>
          <a:xfrm>
            <a:off x="7321949" y="2844725"/>
            <a:ext cx="1914694" cy="1089194"/>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4" name="Content placeholder 47" descr="Click icon to add picture"/>
          <p:cNvSpPr>
            <a:spLocks noGrp="1"/>
          </p:cNvSpPr>
          <p:nvPr>
            <p:ph type="body" sz="quarter" idx="31" hasCustomPrompt="1"/>
          </p:nvPr>
        </p:nvSpPr>
        <p:spPr>
          <a:xfrm>
            <a:off x="9409651" y="2826795"/>
            <a:ext cx="1913128" cy="1107124"/>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5" name="Content placeholder 47" descr="Click icon to add picture"/>
          <p:cNvSpPr>
            <a:spLocks noGrp="1"/>
          </p:cNvSpPr>
          <p:nvPr>
            <p:ph type="body" sz="quarter" idx="32" hasCustomPrompt="1"/>
          </p:nvPr>
        </p:nvSpPr>
        <p:spPr>
          <a:xfrm>
            <a:off x="8367234" y="4631270"/>
            <a:ext cx="1913128" cy="1075689"/>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6" name="Freeform: Shape 6"/>
          <p:cNvSpPr/>
          <p:nvPr userDrawn="1"/>
        </p:nvSpPr>
        <p:spPr>
          <a:xfrm>
            <a:off x="630971" y="606175"/>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9" name="Freeform 28"/>
          <p:cNvSpPr/>
          <p:nvPr userDrawn="1"/>
        </p:nvSpPr>
        <p:spPr>
          <a:xfrm>
            <a:off x="10460480" y="505838"/>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8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8"/>
                </a:lnTo>
                <a:lnTo>
                  <a:pt x="956364" y="2159541"/>
                </a:lnTo>
                <a:lnTo>
                  <a:pt x="0" y="1623503"/>
                </a:lnTo>
                <a:lnTo>
                  <a:pt x="0" y="543733"/>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27"/>
          <p:cNvSpPr/>
          <p:nvPr userDrawn="1"/>
        </p:nvSpPr>
        <p:spPr>
          <a:xfrm>
            <a:off x="11498097" y="2436654"/>
            <a:ext cx="698022" cy="1868948"/>
          </a:xfrm>
          <a:custGeom>
            <a:avLst/>
            <a:gdLst>
              <a:gd name="connsiteX0" fmla="*/ 698022 w 698022"/>
              <a:gd name="connsiteY0" fmla="*/ 0 h 1868948"/>
              <a:gd name="connsiteX1" fmla="*/ 698022 w 698022"/>
              <a:gd name="connsiteY1" fmla="*/ 1868948 h 1868948"/>
              <a:gd name="connsiteX2" fmla="*/ 0 w 698022"/>
              <a:gd name="connsiteY2" fmla="*/ 1477709 h 1868948"/>
              <a:gd name="connsiteX3" fmla="*/ 0 w 698022"/>
              <a:gd name="connsiteY3" fmla="*/ 397939 h 1868948"/>
            </a:gdLst>
            <a:ahLst/>
            <a:cxnLst>
              <a:cxn ang="0">
                <a:pos x="connsiteX0" y="connsiteY0"/>
              </a:cxn>
              <a:cxn ang="0">
                <a:pos x="connsiteX1" y="connsiteY1"/>
              </a:cxn>
              <a:cxn ang="0">
                <a:pos x="connsiteX2" y="connsiteY2"/>
              </a:cxn>
              <a:cxn ang="0">
                <a:pos x="connsiteX3" y="connsiteY3"/>
              </a:cxn>
            </a:cxnLst>
            <a:rect l="l" t="t" r="r" b="b"/>
            <a:pathLst>
              <a:path w="698022" h="1868948">
                <a:moveTo>
                  <a:pt x="698022" y="0"/>
                </a:moveTo>
                <a:lnTo>
                  <a:pt x="698022" y="1868948"/>
                </a:lnTo>
                <a:lnTo>
                  <a:pt x="0" y="1477709"/>
                </a:lnTo>
                <a:lnTo>
                  <a:pt x="0" y="397939"/>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0" name="Freeform 29"/>
          <p:cNvSpPr/>
          <p:nvPr userDrawn="1"/>
        </p:nvSpPr>
        <p:spPr>
          <a:xfrm>
            <a:off x="10460480" y="4114794"/>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9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9"/>
                </a:lnTo>
                <a:lnTo>
                  <a:pt x="956364" y="2159541"/>
                </a:lnTo>
                <a:lnTo>
                  <a:pt x="0" y="1623503"/>
                </a:lnTo>
                <a:lnTo>
                  <a:pt x="0" y="543733"/>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Shape 10"/>
          <p:cNvSpPr/>
          <p:nvPr userDrawn="1"/>
        </p:nvSpPr>
        <p:spPr>
          <a:xfrm>
            <a:off x="5252937" y="2290859"/>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Freeform: Shape 11"/>
          <p:cNvSpPr/>
          <p:nvPr userDrawn="1"/>
        </p:nvSpPr>
        <p:spPr>
          <a:xfrm>
            <a:off x="6310033" y="405642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Footer Placeholder 1"/>
          <p:cNvSpPr>
            <a:spLocks noGrp="1"/>
          </p:cNvSpPr>
          <p:nvPr>
            <p:ph type="ftr" sz="quarter" idx="33"/>
          </p:nvPr>
        </p:nvSpPr>
        <p:spPr>
          <a:xfrm>
            <a:off x="484632" y="6217920"/>
            <a:ext cx="4114800" cy="365125"/>
          </a:xfrm>
        </p:spPr>
        <p:txBody>
          <a:bodyPr/>
          <a:lstStyle>
            <a:lvl1pPr>
              <a:defRPr>
                <a:solidFill>
                  <a:schemeClr val="accent6"/>
                </a:solidFill>
              </a:defRPr>
            </a:lvl1pPr>
          </a:lstStyle>
          <a:p>
            <a:r>
              <a:rPr lang="en-US"/>
              <a:t>Presentation title</a:t>
            </a:r>
            <a:endParaRPr lang="en-US" dirty="0"/>
          </a:p>
        </p:txBody>
      </p:sp>
      <p:sp>
        <p:nvSpPr>
          <p:cNvPr id="3" name="Slide Number Placeholder 2"/>
          <p:cNvSpPr>
            <a:spLocks noGrp="1"/>
          </p:cNvSpPr>
          <p:nvPr>
            <p:ph type="sldNum" sz="quarter" idx="34"/>
          </p:nvPr>
        </p:nvSpPr>
        <p:spPr>
          <a:xfrm>
            <a:off x="11194169" y="6217920"/>
            <a:ext cx="458592" cy="365125"/>
          </a:xfrm>
        </p:spPr>
        <p:txBody>
          <a:bodyPr/>
          <a:lstStyle>
            <a:lvl1pPr>
              <a:defRPr>
                <a:solidFill>
                  <a:schemeClr val="accent6"/>
                </a:solidFill>
              </a:defRPr>
            </a:lvl1pPr>
          </a:lstStyle>
          <a:p>
            <a:fld id="{47FEACEE-25B4-4A2D-B147-27296E36371D}" type="slidenum">
              <a:rPr lang="en-US" altLang="zh-CN" smtClean="0"/>
              <a:t>‹#›</a:t>
            </a:fld>
            <a:endParaRPr lang="en-US" altLang="zh-C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6" name="Title 5"/>
          <p:cNvSpPr>
            <a:spLocks noGrp="1"/>
          </p:cNvSpPr>
          <p:nvPr>
            <p:ph type="title"/>
          </p:nvPr>
        </p:nvSpPr>
        <p:spPr>
          <a:xfrm>
            <a:off x="509574" y="2096892"/>
            <a:ext cx="5117162" cy="1325563"/>
          </a:xfrm>
        </p:spPr>
        <p:txBody>
          <a:bodyPr>
            <a:noAutofit/>
          </a:bodyPr>
          <a:lstStyle>
            <a:lvl1pPr>
              <a:defRPr>
                <a:solidFill>
                  <a:schemeClr val="accent6"/>
                </a:solidFill>
              </a:defRPr>
            </a:lvl1pPr>
          </a:lstStyle>
          <a:p>
            <a:r>
              <a:rPr lang="en-US"/>
              <a:t>Click to edit Master title style</a:t>
            </a:r>
            <a:endParaRPr lang="en-US" dirty="0"/>
          </a:p>
        </p:txBody>
      </p:sp>
      <p:sp>
        <p:nvSpPr>
          <p:cNvPr id="14" name="Content placeholder 47"/>
          <p:cNvSpPr>
            <a:spLocks noGrp="1"/>
          </p:cNvSpPr>
          <p:nvPr>
            <p:ph type="body" sz="quarter" idx="28" hasCustomPrompt="1"/>
          </p:nvPr>
        </p:nvSpPr>
        <p:spPr>
          <a:xfrm>
            <a:off x="509574" y="3435546"/>
            <a:ext cx="4260180" cy="1294530"/>
          </a:xfrm>
          <a:prstGeom prst="rect">
            <a:avLst/>
          </a:prstGeom>
        </p:spPr>
        <p:txBody>
          <a:bodyPr>
            <a:noAutofit/>
          </a:bodyPr>
          <a:lstStyle>
            <a:lvl1pPr marL="0" indent="0">
              <a:lnSpc>
                <a:spcPct val="100000"/>
              </a:lnSpc>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1" name="Picture Placeholder 20"/>
          <p:cNvSpPr>
            <a:spLocks noGrp="1"/>
          </p:cNvSpPr>
          <p:nvPr>
            <p:ph type="pic" sz="quarter" idx="51"/>
          </p:nvPr>
        </p:nvSpPr>
        <p:spPr>
          <a:xfrm>
            <a:off x="5745001" y="0"/>
            <a:ext cx="6446999" cy="6858000"/>
          </a:xfrm>
          <a:custGeom>
            <a:avLst/>
            <a:gdLst>
              <a:gd name="connsiteX0" fmla="*/ 2550369 w 6483642"/>
              <a:gd name="connsiteY0" fmla="*/ 0 h 6858000"/>
              <a:gd name="connsiteX1" fmla="*/ 4338592 w 6483642"/>
              <a:gd name="connsiteY1" fmla="*/ 0 h 6858000"/>
              <a:gd name="connsiteX2" fmla="*/ 6483642 w 6483642"/>
              <a:gd name="connsiteY2" fmla="*/ 1338386 h 6858000"/>
              <a:gd name="connsiteX3" fmla="*/ 6483642 w 6483642"/>
              <a:gd name="connsiteY3" fmla="*/ 5624376 h 6858000"/>
              <a:gd name="connsiteX4" fmla="*/ 4378767 w 6483642"/>
              <a:gd name="connsiteY4" fmla="*/ 6858000 h 6858000"/>
              <a:gd name="connsiteX5" fmla="*/ 2590564 w 6483642"/>
              <a:gd name="connsiteY5" fmla="*/ 6858000 h 6858000"/>
              <a:gd name="connsiteX6" fmla="*/ 133 w 6483642"/>
              <a:gd name="connsiteY6" fmla="*/ 5332429 h 6858000"/>
              <a:gd name="connsiteX7" fmla="*/ 20164 w 6483642"/>
              <a:gd name="connsiteY7" fmla="*/ 1404433 h 6858000"/>
              <a:gd name="connsiteX0-1" fmla="*/ 2530205 w 6463478"/>
              <a:gd name="connsiteY0-2" fmla="*/ 0 h 6858000"/>
              <a:gd name="connsiteX1-3" fmla="*/ 4318428 w 6463478"/>
              <a:gd name="connsiteY1-4" fmla="*/ 0 h 6858000"/>
              <a:gd name="connsiteX2-5" fmla="*/ 6463478 w 6463478"/>
              <a:gd name="connsiteY2-6" fmla="*/ 1338386 h 6858000"/>
              <a:gd name="connsiteX3-7" fmla="*/ 6463478 w 6463478"/>
              <a:gd name="connsiteY3-8" fmla="*/ 5624376 h 6858000"/>
              <a:gd name="connsiteX4-9" fmla="*/ 4358603 w 6463478"/>
              <a:gd name="connsiteY4-10" fmla="*/ 6858000 h 6858000"/>
              <a:gd name="connsiteX5-11" fmla="*/ 2570400 w 6463478"/>
              <a:gd name="connsiteY5-12" fmla="*/ 6858000 h 6858000"/>
              <a:gd name="connsiteX6-13" fmla="*/ 17140 w 6463478"/>
              <a:gd name="connsiteY6-14" fmla="*/ 5339864 h 6858000"/>
              <a:gd name="connsiteX7-15" fmla="*/ 0 w 6463478"/>
              <a:gd name="connsiteY7-16" fmla="*/ 1404433 h 6858000"/>
              <a:gd name="connsiteX8" fmla="*/ 2530205 w 6463478"/>
              <a:gd name="connsiteY8" fmla="*/ 0 h 6858000"/>
              <a:gd name="connsiteX0-17" fmla="*/ 2513726 w 6446999"/>
              <a:gd name="connsiteY0-18" fmla="*/ 0 h 6858000"/>
              <a:gd name="connsiteX1-19" fmla="*/ 4301949 w 6446999"/>
              <a:gd name="connsiteY1-20" fmla="*/ 0 h 6858000"/>
              <a:gd name="connsiteX2-21" fmla="*/ 6446999 w 6446999"/>
              <a:gd name="connsiteY2-22" fmla="*/ 1338386 h 6858000"/>
              <a:gd name="connsiteX3-23" fmla="*/ 6446999 w 6446999"/>
              <a:gd name="connsiteY3-24" fmla="*/ 5624376 h 6858000"/>
              <a:gd name="connsiteX4-25" fmla="*/ 4342124 w 6446999"/>
              <a:gd name="connsiteY4-26" fmla="*/ 6858000 h 6858000"/>
              <a:gd name="connsiteX5-27" fmla="*/ 2553921 w 6446999"/>
              <a:gd name="connsiteY5-28" fmla="*/ 6858000 h 6858000"/>
              <a:gd name="connsiteX6-29" fmla="*/ 661 w 6446999"/>
              <a:gd name="connsiteY6-30" fmla="*/ 5339864 h 6858000"/>
              <a:gd name="connsiteX7-31" fmla="*/ 299 w 6446999"/>
              <a:gd name="connsiteY7-32" fmla="*/ 1396044 h 6858000"/>
              <a:gd name="connsiteX8-33" fmla="*/ 2513726 w 6446999"/>
              <a:gd name="connsiteY8-34" fmla="*/ 0 h 68580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33" y="connsiteY8-34"/>
              </a:cxn>
            </a:cxnLst>
            <a:rect l="l" t="t" r="r" b="b"/>
            <a:pathLst>
              <a:path w="6446999" h="6858000">
                <a:moveTo>
                  <a:pt x="2513726" y="0"/>
                </a:moveTo>
                <a:lnTo>
                  <a:pt x="4301949" y="0"/>
                </a:lnTo>
                <a:lnTo>
                  <a:pt x="6446999" y="1338386"/>
                </a:lnTo>
                <a:lnTo>
                  <a:pt x="6446999" y="5624376"/>
                </a:lnTo>
                <a:lnTo>
                  <a:pt x="4342124" y="6858000"/>
                </a:lnTo>
                <a:lnTo>
                  <a:pt x="2553921" y="6858000"/>
                </a:lnTo>
                <a:lnTo>
                  <a:pt x="661" y="5339864"/>
                </a:lnTo>
                <a:cubicBezTo>
                  <a:pt x="-1473" y="4048155"/>
                  <a:pt x="2433" y="2687753"/>
                  <a:pt x="299" y="1396044"/>
                </a:cubicBezTo>
                <a:lnTo>
                  <a:pt x="2513726" y="0"/>
                </a:lnTo>
                <a:close/>
              </a:path>
            </a:pathLst>
          </a:custGeom>
          <a:no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lang="en-US" dirty="0">
                <a:solidFill>
                  <a:schemeClr val="accent6"/>
                </a:solidFill>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lang="en-US" altLang="zh-CN"/>
              <a:t>Click icon to add picture</a:t>
            </a:r>
            <a:endParaRPr lang="en-US" dirty="0"/>
          </a:p>
        </p:txBody>
      </p:sp>
      <p:sp>
        <p:nvSpPr>
          <p:cNvPr id="5" name="Footer Placeholder 4"/>
          <p:cNvSpPr>
            <a:spLocks noGrp="1"/>
          </p:cNvSpPr>
          <p:nvPr>
            <p:ph type="ftr" sz="quarter" idx="52"/>
          </p:nvPr>
        </p:nvSpPr>
        <p:spPr/>
        <p:txBody>
          <a:bodyPr>
            <a:noAutofit/>
          </a:bodyPr>
          <a:lstStyle>
            <a:lvl1pPr>
              <a:defRPr>
                <a:solidFill>
                  <a:schemeClr val="accent6"/>
                </a:solidFill>
              </a:defRPr>
            </a:lvl1pPr>
          </a:lstStyle>
          <a:p>
            <a:r>
              <a:rPr lang="en-US"/>
              <a:t>Presentation title</a:t>
            </a:r>
            <a:endParaRPr lang="en-US" dirty="0"/>
          </a:p>
        </p:txBody>
      </p:sp>
      <p:sp>
        <p:nvSpPr>
          <p:cNvPr id="7" name="Slide Number Placeholder 6"/>
          <p:cNvSpPr>
            <a:spLocks noGrp="1"/>
          </p:cNvSpPr>
          <p:nvPr>
            <p:ph type="sldNum" sz="quarter" idx="53"/>
          </p:nvPr>
        </p:nvSpPr>
        <p:spPr/>
        <p:txBody>
          <a:bodyPr>
            <a:noAutofit/>
          </a:bodyPr>
          <a:lstStyle>
            <a:lvl1pPr>
              <a:defRPr>
                <a:solidFill>
                  <a:schemeClr val="accent6"/>
                </a:solidFill>
              </a:defRPr>
            </a:lvl1pPr>
          </a:lstStyle>
          <a:p>
            <a:fld id="{47FEACEE-25B4-4A2D-B147-27296E36371D}" type="slidenum">
              <a:rPr lang="en-US" altLang="zh-CN" smtClean="0"/>
              <a:t>‹#›</a:t>
            </a:fld>
            <a:endParaRPr lang="en-US" altLang="zh-C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itle Placeholder 4"/>
          <p:cNvSpPr>
            <a:spLocks noGrp="1"/>
          </p:cNvSpPr>
          <p:nvPr>
            <p:ph type="title"/>
          </p:nvPr>
        </p:nvSpPr>
        <p:spPr>
          <a:xfrm>
            <a:off x="6710510" y="2016579"/>
            <a:ext cx="4441188" cy="2775857"/>
          </a:xfrm>
          <a:prstGeom prst="rect">
            <a:avLst/>
          </a:prstGeom>
        </p:spPr>
        <p:txBody>
          <a:bodyPr vert="horz" lIns="91440" tIns="45720" rIns="91440" bIns="45720" rtlCol="0" anchor="ctr">
            <a:noAutofit/>
          </a:bodyPr>
          <a:lstStyle>
            <a:lvl1pPr>
              <a:defRPr>
                <a:solidFill>
                  <a:schemeClr val="accent6"/>
                </a:solidFill>
              </a:defRPr>
            </a:lvl1pPr>
          </a:lstStyle>
          <a:p>
            <a:r>
              <a:rPr lang="en-US"/>
              <a:t>Click to edit Master title style</a:t>
            </a:r>
            <a:endParaRPr lang="en-US" dirty="0"/>
          </a:p>
        </p:txBody>
      </p:sp>
      <p:sp>
        <p:nvSpPr>
          <p:cNvPr id="18" name="Hexagon 17"/>
          <p:cNvSpPr/>
          <p:nvPr userDrawn="1"/>
        </p:nvSpPr>
        <p:spPr>
          <a:xfrm rot="5400000">
            <a:off x="1308232" y="2004972"/>
            <a:ext cx="3593592" cy="2880360"/>
          </a:xfrm>
          <a:prstGeom prst="hexagon">
            <a:avLst>
              <a:gd name="adj" fmla="val 31211"/>
              <a:gd name="vf" fmla="val 11547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1" name="Text 47" descr="Click icon to add picture"/>
          <p:cNvSpPr>
            <a:spLocks noGrp="1"/>
          </p:cNvSpPr>
          <p:nvPr>
            <p:ph type="body" sz="quarter" idx="28" hasCustomPrompt="1"/>
          </p:nvPr>
        </p:nvSpPr>
        <p:spPr>
          <a:xfrm>
            <a:off x="2319235" y="2911781"/>
            <a:ext cx="1570612" cy="1070829"/>
          </a:xfrm>
          <a:prstGeom prst="rect">
            <a:avLst/>
          </a:prstGeom>
        </p:spPr>
        <p:txBody>
          <a:bodyPr>
            <a:noAutofit/>
          </a:bodyPr>
          <a:lstStyle>
            <a:lvl1pPr marL="0" indent="0" algn="ctr">
              <a:lnSpc>
                <a:spcPct val="113000"/>
              </a:lnSpc>
              <a:buNone/>
              <a:defRPr sz="1800" b="1" cap="all" baseline="0">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17" name="Picture Placeholder 16"/>
          <p:cNvSpPr>
            <a:spLocks noGrp="1"/>
          </p:cNvSpPr>
          <p:nvPr>
            <p:ph type="pic" sz="quarter" idx="47"/>
          </p:nvPr>
        </p:nvSpPr>
        <p:spPr>
          <a:xfrm>
            <a:off x="581710" y="555648"/>
            <a:ext cx="5045662" cy="5783096"/>
          </a:xfrm>
          <a:custGeom>
            <a:avLst/>
            <a:gdLst>
              <a:gd name="connsiteX0" fmla="*/ 2523318 w 5045662"/>
              <a:gd name="connsiteY0" fmla="*/ 1092708 h 5783096"/>
              <a:gd name="connsiteX1" fmla="*/ 1083139 w 5045662"/>
              <a:gd name="connsiteY1" fmla="*/ 1991697 h 5783096"/>
              <a:gd name="connsiteX2" fmla="*/ 1083139 w 5045662"/>
              <a:gd name="connsiteY2" fmla="*/ 3787311 h 5783096"/>
              <a:gd name="connsiteX3" fmla="*/ 2523318 w 5045662"/>
              <a:gd name="connsiteY3" fmla="*/ 4686300 h 5783096"/>
              <a:gd name="connsiteX4" fmla="*/ 3963497 w 5045662"/>
              <a:gd name="connsiteY4" fmla="*/ 3787311 h 5783096"/>
              <a:gd name="connsiteX5" fmla="*/ 3963497 w 5045662"/>
              <a:gd name="connsiteY5" fmla="*/ 1991697 h 5783096"/>
              <a:gd name="connsiteX6" fmla="*/ 2470122 w 5045662"/>
              <a:gd name="connsiteY6" fmla="*/ 0 h 5783096"/>
              <a:gd name="connsiteX7" fmla="*/ 5037208 w 5045662"/>
              <a:gd name="connsiteY7" fmla="*/ 1458369 h 5783096"/>
              <a:gd name="connsiteX8" fmla="*/ 5045662 w 5045662"/>
              <a:gd name="connsiteY8" fmla="*/ 4339769 h 5783096"/>
              <a:gd name="connsiteX9" fmla="*/ 2561576 w 5045662"/>
              <a:gd name="connsiteY9" fmla="*/ 5783096 h 5783096"/>
              <a:gd name="connsiteX10" fmla="*/ 24164 w 5045662"/>
              <a:gd name="connsiteY10" fmla="*/ 4354881 h 5783096"/>
              <a:gd name="connsiteX11" fmla="*/ 0 w 5045662"/>
              <a:gd name="connsiteY11" fmla="*/ 1453765 h 5783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45662" h="5783096">
                <a:moveTo>
                  <a:pt x="2523318" y="1092708"/>
                </a:moveTo>
                <a:lnTo>
                  <a:pt x="1083139" y="1991697"/>
                </a:lnTo>
                <a:lnTo>
                  <a:pt x="1083139" y="3787311"/>
                </a:lnTo>
                <a:lnTo>
                  <a:pt x="2523318" y="4686300"/>
                </a:lnTo>
                <a:lnTo>
                  <a:pt x="3963497" y="3787311"/>
                </a:lnTo>
                <a:lnTo>
                  <a:pt x="3963497" y="1991697"/>
                </a:lnTo>
                <a:close/>
                <a:moveTo>
                  <a:pt x="2470122" y="0"/>
                </a:moveTo>
                <a:lnTo>
                  <a:pt x="5037208" y="1458369"/>
                </a:lnTo>
                <a:cubicBezTo>
                  <a:pt x="5040026" y="2418836"/>
                  <a:pt x="5042844" y="3379302"/>
                  <a:pt x="5045662" y="4339769"/>
                </a:cubicBezTo>
                <a:lnTo>
                  <a:pt x="2561576" y="5783096"/>
                </a:lnTo>
                <a:lnTo>
                  <a:pt x="24164" y="4354881"/>
                </a:lnTo>
                <a:lnTo>
                  <a:pt x="0" y="1453765"/>
                </a:lnTo>
                <a:close/>
              </a:path>
            </a:pathLst>
          </a:custGeom>
        </p:spPr>
        <p:txBody>
          <a:bodyPr wrap="square" tIns="457200">
            <a:noAutofit/>
          </a:bodyPr>
          <a:lstStyle>
            <a:lvl1pPr marL="0" indent="0" algn="ctr">
              <a:buNone/>
              <a:defRPr>
                <a:solidFill>
                  <a:schemeClr val="accent6"/>
                </a:solidFill>
              </a:defRPr>
            </a:lvl1pPr>
          </a:lstStyle>
          <a:p>
            <a:r>
              <a:rPr lang="en-US"/>
              <a:t>Click icon to add picture</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7829" y="507076"/>
            <a:ext cx="10515600" cy="1115434"/>
          </a:xfrm>
        </p:spPr>
        <p:txBody>
          <a:bodyPr/>
          <a:lstStyle>
            <a:lvl1pPr>
              <a:defRPr>
                <a:solidFill>
                  <a:schemeClr val="accent6"/>
                </a:solidFill>
              </a:defRPr>
            </a:lvl1pPr>
          </a:lstStyle>
          <a:p>
            <a:r>
              <a:rPr lang="en-US"/>
              <a:t>Click to edit Master title style</a:t>
            </a:r>
          </a:p>
        </p:txBody>
      </p:sp>
      <p:sp>
        <p:nvSpPr>
          <p:cNvPr id="11" name="Content placeholder 47"/>
          <p:cNvSpPr>
            <a:spLocks noGrp="1"/>
          </p:cNvSpPr>
          <p:nvPr>
            <p:ph type="chart" sz="quarter" idx="27" hasCustomPrompt="1"/>
          </p:nvPr>
        </p:nvSpPr>
        <p:spPr>
          <a:xfrm>
            <a:off x="587829" y="1622510"/>
            <a:ext cx="10889796" cy="4155757"/>
          </a:xfrm>
          <a:prstGeom prst="rect">
            <a:avLst/>
          </a:prstGeom>
        </p:spPr>
        <p:txBody>
          <a:bodyPr/>
          <a:lstStyle>
            <a:lvl1pPr>
              <a:defRPr>
                <a:solidFill>
                  <a:schemeClr val="accent6"/>
                </a:solidFill>
              </a:defRPr>
            </a:lvl1pPr>
          </a:lstStyle>
          <a:p>
            <a:r>
              <a:rPr lang="en-US" altLang="zh-CN" dirty="0"/>
              <a:t>Click to edit master text style</a:t>
            </a:r>
            <a:endParaRPr lang="zh-CN" altLang="en-US"/>
          </a:p>
        </p:txBody>
      </p:sp>
      <p:sp>
        <p:nvSpPr>
          <p:cNvPr id="3" name="Footer Placeholder 2"/>
          <p:cNvSpPr>
            <a:spLocks noGrp="1"/>
          </p:cNvSpPr>
          <p:nvPr>
            <p:ph type="ftr" sz="quarter" idx="28"/>
          </p:nvPr>
        </p:nvSpPr>
        <p:spPr/>
        <p:txBody>
          <a:bodyPr/>
          <a:lstStyle>
            <a:lvl1pPr>
              <a:defRPr>
                <a:solidFill>
                  <a:schemeClr val="accent6"/>
                </a:solidFill>
              </a:defRPr>
            </a:lvl1pPr>
          </a:lstStyle>
          <a:p>
            <a:r>
              <a:rPr lang="en-US"/>
              <a:t>Presentation title</a:t>
            </a:r>
            <a:endParaRPr lang="en-US" dirty="0"/>
          </a:p>
        </p:txBody>
      </p:sp>
      <p:sp>
        <p:nvSpPr>
          <p:cNvPr id="5" name="Slide Number Placeholder 4"/>
          <p:cNvSpPr>
            <a:spLocks noGrp="1"/>
          </p:cNvSpPr>
          <p:nvPr>
            <p:ph type="sldNum" sz="quarter" idx="29"/>
          </p:nvPr>
        </p:nvSpPr>
        <p:spPr/>
        <p:txBody>
          <a:bodyPr/>
          <a:lstStyle>
            <a:lvl1pPr>
              <a:defRPr>
                <a:solidFill>
                  <a:schemeClr val="accent6"/>
                </a:solidFill>
              </a:defRPr>
            </a:lvl1pPr>
          </a:lstStyle>
          <a:p>
            <a:fld id="{47FEACEE-25B4-4A2D-B147-27296E36371D}" type="slidenum">
              <a:rPr lang="en-US" altLang="zh-CN" smtClean="0"/>
              <a:t>‹#›</a:t>
            </a:fld>
            <a:endParaRPr lang="en-US" altLang="zh-CN"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with design">
    <p:spTree>
      <p:nvGrpSpPr>
        <p:cNvPr id="1" name=""/>
        <p:cNvGrpSpPr/>
        <p:nvPr/>
      </p:nvGrpSpPr>
      <p:grpSpPr>
        <a:xfrm>
          <a:off x="0" y="0"/>
          <a:ext cx="0" cy="0"/>
          <a:chOff x="0" y="0"/>
          <a:chExt cx="0" cy="0"/>
        </a:xfrm>
      </p:grpSpPr>
      <p:sp>
        <p:nvSpPr>
          <p:cNvPr id="11" name="Title Placeholder 4"/>
          <p:cNvSpPr>
            <a:spLocks noGrp="1"/>
          </p:cNvSpPr>
          <p:nvPr>
            <p:ph type="title"/>
          </p:nvPr>
        </p:nvSpPr>
        <p:spPr>
          <a:xfrm>
            <a:off x="581709" y="721538"/>
            <a:ext cx="10889796" cy="1418998"/>
          </a:xfrm>
          <a:prstGeom prst="rect">
            <a:avLst/>
          </a:prstGeom>
        </p:spPr>
        <p:txBody>
          <a:bodyPr vert="horz" lIns="91440" tIns="45720" rIns="91440" bIns="45720" rtlCol="0" anchor="t">
            <a:noAutofit/>
          </a:bodyPr>
          <a:lstStyle>
            <a:lvl1pPr>
              <a:defRPr>
                <a:solidFill>
                  <a:schemeClr val="accent6"/>
                </a:solidFill>
              </a:defRPr>
            </a:lvl1pPr>
          </a:lstStyle>
          <a:p>
            <a:r>
              <a:rPr lang="en-US"/>
              <a:t>Click to edit Master title style</a:t>
            </a:r>
            <a:endParaRPr lang="en-US" dirty="0"/>
          </a:p>
        </p:txBody>
      </p:sp>
      <p:sp>
        <p:nvSpPr>
          <p:cNvPr id="10" name="Table placeholder"/>
          <p:cNvSpPr>
            <a:spLocks noGrp="1"/>
          </p:cNvSpPr>
          <p:nvPr>
            <p:ph type="tbl" sz="quarter" idx="27" hasCustomPrompt="1"/>
          </p:nvPr>
        </p:nvSpPr>
        <p:spPr>
          <a:xfrm>
            <a:off x="581709" y="1614198"/>
            <a:ext cx="10889796" cy="4317856"/>
          </a:xfrm>
          <a:prstGeom prst="rect">
            <a:avLst/>
          </a:prstGeom>
        </p:spPr>
        <p:txBody>
          <a:bodyPr>
            <a:noAutofit/>
          </a:bodyPr>
          <a:lstStyle>
            <a:lvl1pPr>
              <a:defRPr>
                <a:solidFill>
                  <a:schemeClr val="accent6"/>
                </a:solidFill>
              </a:defRPr>
            </a:lvl1pPr>
          </a:lstStyle>
          <a:p>
            <a:r>
              <a:rPr lang="en-US" altLang="zh-CN" dirty="0"/>
              <a:t>Click to edit master text style</a:t>
            </a:r>
            <a:endParaRPr lang="zh-CN" altLang="en-US"/>
          </a:p>
        </p:txBody>
      </p:sp>
      <p:sp>
        <p:nvSpPr>
          <p:cNvPr id="9" name="Freeform: Shape 5"/>
          <p:cNvSpPr/>
          <p:nvPr userDrawn="1"/>
        </p:nvSpPr>
        <p:spPr>
          <a:xfrm>
            <a:off x="10551278" y="4665388"/>
            <a:ext cx="603952" cy="68174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2" name="Freeform 11"/>
          <p:cNvSpPr/>
          <p:nvPr userDrawn="1"/>
        </p:nvSpPr>
        <p:spPr>
          <a:xfrm>
            <a:off x="10524774" y="5146146"/>
            <a:ext cx="1667226" cy="1711855"/>
          </a:xfrm>
          <a:custGeom>
            <a:avLst/>
            <a:gdLst>
              <a:gd name="connsiteX0" fmla="*/ 998834 w 1667226"/>
              <a:gd name="connsiteY0" fmla="*/ 0 h 1711855"/>
              <a:gd name="connsiteX1" fmla="*/ 1667226 w 1667226"/>
              <a:gd name="connsiteY1" fmla="*/ 373790 h 1711855"/>
              <a:gd name="connsiteX2" fmla="*/ 1667226 w 1667226"/>
              <a:gd name="connsiteY2" fmla="*/ 1711855 h 1711855"/>
              <a:gd name="connsiteX3" fmla="*/ 48502 w 1667226"/>
              <a:gd name="connsiteY3" fmla="*/ 1711855 h 1711855"/>
              <a:gd name="connsiteX4" fmla="*/ 0 w 1667226"/>
              <a:gd name="connsiteY4" fmla="*/ 1684915 h 1711855"/>
              <a:gd name="connsiteX5" fmla="*/ 0 w 1667226"/>
              <a:gd name="connsiteY5" fmla="*/ 564300 h 17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226" h="1711855">
                <a:moveTo>
                  <a:pt x="998834" y="0"/>
                </a:moveTo>
                <a:lnTo>
                  <a:pt x="1667226" y="373790"/>
                </a:lnTo>
                <a:lnTo>
                  <a:pt x="1667226" y="1711855"/>
                </a:lnTo>
                <a:lnTo>
                  <a:pt x="48502" y="1711855"/>
                </a:lnTo>
                <a:lnTo>
                  <a:pt x="0" y="1684915"/>
                </a:lnTo>
                <a:lnTo>
                  <a:pt x="0" y="564300"/>
                </a:lnTo>
                <a:close/>
              </a:path>
            </a:pathLst>
          </a:cu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3" name="Freeform: Shape 11"/>
          <p:cNvSpPr/>
          <p:nvPr userDrawn="1"/>
        </p:nvSpPr>
        <p:spPr>
          <a:xfrm>
            <a:off x="10177285" y="5347130"/>
            <a:ext cx="748554" cy="8563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4">
              <a:lumMod val="60000"/>
              <a:lumOff val="4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2" name="Footer Placeholder 1"/>
          <p:cNvSpPr>
            <a:spLocks noGrp="1"/>
          </p:cNvSpPr>
          <p:nvPr>
            <p:ph type="ftr" sz="quarter" idx="28"/>
          </p:nvPr>
        </p:nvSpPr>
        <p:spPr/>
        <p:txBody>
          <a:bodyPr>
            <a:noAutofit/>
          </a:bodyPr>
          <a:lstStyle>
            <a:lvl1pPr>
              <a:defRPr>
                <a:solidFill>
                  <a:schemeClr val="accent6"/>
                </a:solidFill>
              </a:defRPr>
            </a:lvl1pPr>
          </a:lstStyle>
          <a:p>
            <a:r>
              <a:rPr lang="en-US"/>
              <a:t>Presentation title</a:t>
            </a:r>
            <a:endParaRPr lang="en-US" dirty="0"/>
          </a:p>
        </p:txBody>
      </p:sp>
      <p:sp>
        <p:nvSpPr>
          <p:cNvPr id="5" name="Slide Number Placeholder 4"/>
          <p:cNvSpPr>
            <a:spLocks noGrp="1"/>
          </p:cNvSpPr>
          <p:nvPr>
            <p:ph type="sldNum" sz="quarter" idx="29"/>
          </p:nvPr>
        </p:nvSpPr>
        <p:spPr/>
        <p:txBody>
          <a:bodyPr>
            <a:noAutofit/>
          </a:bodyPr>
          <a:lstStyle>
            <a:lvl1pPr>
              <a:defRPr>
                <a:solidFill>
                  <a:schemeClr val="accent6"/>
                </a:solidFill>
              </a:defRPr>
            </a:lvl1pPr>
          </a:lstStyle>
          <a:p>
            <a:fld id="{47FEACEE-25B4-4A2D-B147-27296E36371D}" type="slidenum">
              <a:rPr lang="en-US" altLang="zh-CN" smtClean="0"/>
              <a:t>‹#›</a:t>
            </a:fld>
            <a:endParaRPr lang="en-US" altLang="zh-CN"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
    <p:spTree>
      <p:nvGrpSpPr>
        <p:cNvPr id="1" name=""/>
        <p:cNvGrpSpPr/>
        <p:nvPr/>
      </p:nvGrpSpPr>
      <p:grpSpPr>
        <a:xfrm>
          <a:off x="0" y="0"/>
          <a:ext cx="0" cy="0"/>
          <a:chOff x="0" y="0"/>
          <a:chExt cx="0" cy="0"/>
        </a:xfrm>
      </p:grpSpPr>
      <p:sp>
        <p:nvSpPr>
          <p:cNvPr id="7" name="Title 6"/>
          <p:cNvSpPr>
            <a:spLocks noGrp="1"/>
          </p:cNvSpPr>
          <p:nvPr>
            <p:ph type="title" hasCustomPrompt="1"/>
          </p:nvPr>
        </p:nvSpPr>
        <p:spPr>
          <a:xfrm>
            <a:off x="6099079" y="1856195"/>
            <a:ext cx="4518122" cy="1688906"/>
          </a:xfrm>
        </p:spPr>
        <p:txBody>
          <a:bodyPr anchor="b">
            <a:noAutofit/>
          </a:bodyPr>
          <a:lstStyle>
            <a:lvl1pPr>
              <a:defRPr sz="2700">
                <a:latin typeface="+mn-lt"/>
              </a:defRPr>
            </a:lvl1pPr>
          </a:lstStyle>
          <a:p>
            <a:r>
              <a:rPr lang="en-US" dirty="0"/>
              <a:t>Click to edit </a:t>
            </a:r>
            <a:r>
              <a:rPr lang="en-US" altLang="zh-CN" dirty="0"/>
              <a:t>Text</a:t>
            </a:r>
            <a:r>
              <a:rPr lang="zh-CN" altLang="en-US" dirty="0"/>
              <a:t> </a:t>
            </a:r>
            <a:r>
              <a:rPr lang="en-US" dirty="0"/>
              <a:t>style</a:t>
            </a:r>
          </a:p>
        </p:txBody>
      </p:sp>
      <p:sp>
        <p:nvSpPr>
          <p:cNvPr id="11" name="subtitle 47"/>
          <p:cNvSpPr>
            <a:spLocks noGrp="1"/>
          </p:cNvSpPr>
          <p:nvPr>
            <p:ph type="body" sz="quarter" idx="29" hasCustomPrompt="1"/>
          </p:nvPr>
        </p:nvSpPr>
        <p:spPr>
          <a:xfrm>
            <a:off x="6095999" y="3695015"/>
            <a:ext cx="4672693" cy="1688906"/>
          </a:xfrm>
          <a:prstGeom prst="rect">
            <a:avLst/>
          </a:prstGeom>
        </p:spPr>
        <p:txBody>
          <a:bodyPr>
            <a:noAutofit/>
          </a:bodyPr>
          <a:lstStyle>
            <a:lvl1pPr marL="0" indent="0">
              <a:lnSpc>
                <a:spcPct val="100000"/>
              </a:lnSpc>
              <a:buNone/>
              <a:defRPr sz="1500" b="0">
                <a:solidFill>
                  <a:schemeClr val="accent4"/>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4" name="Freeform: Shape 5"/>
          <p:cNvSpPr/>
          <p:nvPr userDrawn="1"/>
        </p:nvSpPr>
        <p:spPr>
          <a:xfrm>
            <a:off x="3843559" y="722518"/>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Freeform: Shape 6"/>
          <p:cNvSpPr/>
          <p:nvPr userDrawn="1"/>
        </p:nvSpPr>
        <p:spPr>
          <a:xfrm>
            <a:off x="1223929" y="1436914"/>
            <a:ext cx="2857005" cy="326977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600" dirty="0"/>
          </a:p>
        </p:txBody>
      </p:sp>
      <p:sp>
        <p:nvSpPr>
          <p:cNvPr id="6" name="Freeform: Shape 7"/>
          <p:cNvSpPr/>
          <p:nvPr userDrawn="1"/>
        </p:nvSpPr>
        <p:spPr>
          <a:xfrm>
            <a:off x="758702" y="3457554"/>
            <a:ext cx="1208037" cy="138175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8" name="Freeform: Shape 11"/>
          <p:cNvSpPr/>
          <p:nvPr userDrawn="1"/>
        </p:nvSpPr>
        <p:spPr>
          <a:xfrm>
            <a:off x="2917915" y="4662164"/>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4">
              <a:lumMod val="20000"/>
              <a:lumOff val="8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3" name="Footer Placeholder 2"/>
          <p:cNvSpPr>
            <a:spLocks noGrp="1"/>
          </p:cNvSpPr>
          <p:nvPr>
            <p:ph type="ftr" sz="quarter" idx="30"/>
          </p:nvPr>
        </p:nvSpPr>
        <p:spPr/>
        <p:txBody>
          <a:bodyPr>
            <a:noAutofit/>
          </a:bodyPr>
          <a:lstStyle/>
          <a:p>
            <a:r>
              <a:rPr lang="en-US" noProof="0"/>
              <a:t>Presentation title</a:t>
            </a:r>
            <a:endParaRPr lang="en-US" noProof="0" dirty="0"/>
          </a:p>
        </p:txBody>
      </p:sp>
      <p:sp>
        <p:nvSpPr>
          <p:cNvPr id="10" name="Slide Number Placeholder 9"/>
          <p:cNvSpPr>
            <a:spLocks noGrp="1"/>
          </p:cNvSpPr>
          <p:nvPr>
            <p:ph type="sldNum" sz="quarter" idx="31"/>
          </p:nvPr>
        </p:nvSpPr>
        <p:spPr/>
        <p:txBody>
          <a:bodyPr>
            <a:noAutofit/>
          </a:bodyPr>
          <a:lstStyle/>
          <a:p>
            <a:fld id="{47FEACEE-25B4-4A2D-B147-27296E36371D}" type="slidenum">
              <a:rPr lang="en-US" altLang="zh-CN" noProof="0" smtClean="0"/>
              <a:t>‹#›</a:t>
            </a:fld>
            <a:endParaRPr lang="en-US" altLang="zh-CN" noProof="0"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 Team Members">
    <p:spTree>
      <p:nvGrpSpPr>
        <p:cNvPr id="1" name=""/>
        <p:cNvGrpSpPr/>
        <p:nvPr/>
      </p:nvGrpSpPr>
      <p:grpSpPr>
        <a:xfrm>
          <a:off x="0" y="0"/>
          <a:ext cx="0" cy="0"/>
          <a:chOff x="0" y="0"/>
          <a:chExt cx="0" cy="0"/>
        </a:xfrm>
      </p:grpSpPr>
      <p:sp>
        <p:nvSpPr>
          <p:cNvPr id="16" name="Title Placeholder 4"/>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endParaRPr lang="en-US" dirty="0"/>
          </a:p>
        </p:txBody>
      </p:sp>
      <p:sp>
        <p:nvSpPr>
          <p:cNvPr id="60" name="Content placeholder 47"/>
          <p:cNvSpPr>
            <a:spLocks noGrp="1"/>
          </p:cNvSpPr>
          <p:nvPr>
            <p:ph type="pic" sz="quarter" idx="48"/>
          </p:nvPr>
        </p:nvSpPr>
        <p:spPr>
          <a:xfrm>
            <a:off x="1114798" y="2560353"/>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52" name="Content placeholder 47" descr="Click icon to add picture"/>
          <p:cNvSpPr>
            <a:spLocks noGrp="1"/>
          </p:cNvSpPr>
          <p:nvPr>
            <p:ph type="body" sz="quarter" idx="27" hasCustomPrompt="1"/>
          </p:nvPr>
        </p:nvSpPr>
        <p:spPr>
          <a:xfrm>
            <a:off x="1214003" y="4764289"/>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3" name="Content placeholder 47"/>
          <p:cNvSpPr>
            <a:spLocks noGrp="1"/>
          </p:cNvSpPr>
          <p:nvPr>
            <p:ph type="body" sz="quarter" idx="28" hasCustomPrompt="1"/>
          </p:nvPr>
        </p:nvSpPr>
        <p:spPr>
          <a:xfrm>
            <a:off x="1214003" y="5295180"/>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1" name="Content placeholder 47"/>
          <p:cNvSpPr>
            <a:spLocks noGrp="1"/>
          </p:cNvSpPr>
          <p:nvPr>
            <p:ph type="pic" sz="quarter" idx="49"/>
          </p:nvPr>
        </p:nvSpPr>
        <p:spPr>
          <a:xfrm>
            <a:off x="3623536" y="1840730"/>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1" name="Content placeholder 47" descr="Click icon to add picture"/>
          <p:cNvSpPr>
            <a:spLocks noGrp="1"/>
          </p:cNvSpPr>
          <p:nvPr>
            <p:ph type="body" sz="quarter" idx="54" hasCustomPrompt="1"/>
          </p:nvPr>
        </p:nvSpPr>
        <p:spPr>
          <a:xfrm>
            <a:off x="3720440" y="4045832"/>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2" name="Content placeholder 47"/>
          <p:cNvSpPr>
            <a:spLocks noGrp="1"/>
          </p:cNvSpPr>
          <p:nvPr>
            <p:ph type="body" sz="quarter" idx="55" hasCustomPrompt="1"/>
          </p:nvPr>
        </p:nvSpPr>
        <p:spPr>
          <a:xfrm>
            <a:off x="3720440" y="4576723"/>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2" name="Content placeholder 47"/>
          <p:cNvSpPr>
            <a:spLocks noGrp="1"/>
          </p:cNvSpPr>
          <p:nvPr>
            <p:ph type="pic" sz="quarter" idx="50"/>
          </p:nvPr>
        </p:nvSpPr>
        <p:spPr>
          <a:xfrm>
            <a:off x="6113401" y="2560353"/>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19" name="Content placeholder 47" descr="Click icon to add picture"/>
          <p:cNvSpPr>
            <a:spLocks noGrp="1"/>
          </p:cNvSpPr>
          <p:nvPr>
            <p:ph type="body" sz="quarter" idx="52" hasCustomPrompt="1"/>
          </p:nvPr>
        </p:nvSpPr>
        <p:spPr>
          <a:xfrm>
            <a:off x="6218710" y="4764289"/>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p:cNvSpPr>
            <a:spLocks noGrp="1"/>
          </p:cNvSpPr>
          <p:nvPr>
            <p:ph type="body" sz="quarter" idx="53" hasCustomPrompt="1"/>
          </p:nvPr>
        </p:nvSpPr>
        <p:spPr>
          <a:xfrm>
            <a:off x="6218710" y="5295180"/>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3" name="Content placeholder 47"/>
          <p:cNvSpPr>
            <a:spLocks noGrp="1"/>
          </p:cNvSpPr>
          <p:nvPr>
            <p:ph type="pic" sz="quarter" idx="51"/>
          </p:nvPr>
        </p:nvSpPr>
        <p:spPr>
          <a:xfrm>
            <a:off x="8500328" y="1836331"/>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5" name="Content placeholder 47" descr="Click icon to add picture"/>
          <p:cNvSpPr>
            <a:spLocks noGrp="1"/>
          </p:cNvSpPr>
          <p:nvPr>
            <p:ph type="body" sz="quarter" idx="56" hasCustomPrompt="1"/>
          </p:nvPr>
        </p:nvSpPr>
        <p:spPr>
          <a:xfrm>
            <a:off x="8635340" y="4045832"/>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6" name="Content placeholder 47"/>
          <p:cNvSpPr>
            <a:spLocks noGrp="1"/>
          </p:cNvSpPr>
          <p:nvPr>
            <p:ph type="body" sz="quarter" idx="57" hasCustomPrompt="1"/>
          </p:nvPr>
        </p:nvSpPr>
        <p:spPr>
          <a:xfrm>
            <a:off x="8635340" y="4576723"/>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 name="Footer Placeholder 1"/>
          <p:cNvSpPr>
            <a:spLocks noGrp="1"/>
          </p:cNvSpPr>
          <p:nvPr>
            <p:ph type="ftr" sz="quarter" idx="58"/>
          </p:nvPr>
        </p:nvSpPr>
        <p:spPr/>
        <p:txBody>
          <a:bodyPr>
            <a:noAutofit/>
          </a:bodyPr>
          <a:lstStyle>
            <a:lvl1pPr>
              <a:defRPr>
                <a:solidFill>
                  <a:schemeClr val="accent6"/>
                </a:solidFill>
              </a:defRPr>
            </a:lvl1pPr>
          </a:lstStyle>
          <a:p>
            <a:r>
              <a:rPr lang="en-US"/>
              <a:t>Presentation title</a:t>
            </a:r>
            <a:endParaRPr lang="en-US" dirty="0"/>
          </a:p>
        </p:txBody>
      </p:sp>
      <p:sp>
        <p:nvSpPr>
          <p:cNvPr id="3" name="Slide Number Placeholder 2"/>
          <p:cNvSpPr>
            <a:spLocks noGrp="1"/>
          </p:cNvSpPr>
          <p:nvPr>
            <p:ph type="sldNum" sz="quarter" idx="59"/>
          </p:nvPr>
        </p:nvSpPr>
        <p:spPr/>
        <p:txBody>
          <a:bodyPr>
            <a:noAutofit/>
          </a:bodyPr>
          <a:lstStyle>
            <a:lvl1pPr>
              <a:defRPr>
                <a:solidFill>
                  <a:schemeClr val="accent6"/>
                </a:solidFill>
              </a:defRPr>
            </a:lvl1pPr>
          </a:lstStyle>
          <a:p>
            <a:fld id="{47FEACEE-25B4-4A2D-B147-27296E36371D}" type="slidenum">
              <a:rPr lang="en-US" altLang="zh-CN" smtClean="0"/>
              <a:t>‹#›</a:t>
            </a:fld>
            <a:endParaRPr lang="en-US" altLang="zh-CN"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 Team Members">
    <p:spTree>
      <p:nvGrpSpPr>
        <p:cNvPr id="1" name=""/>
        <p:cNvGrpSpPr/>
        <p:nvPr/>
      </p:nvGrpSpPr>
      <p:grpSpPr>
        <a:xfrm>
          <a:off x="0" y="0"/>
          <a:ext cx="0" cy="0"/>
          <a:chOff x="0" y="0"/>
          <a:chExt cx="0" cy="0"/>
        </a:xfrm>
      </p:grpSpPr>
      <p:sp>
        <p:nvSpPr>
          <p:cNvPr id="4" name="Title 3"/>
          <p:cNvSpPr>
            <a:spLocks noGrp="1"/>
          </p:cNvSpPr>
          <p:nvPr>
            <p:ph type="title"/>
          </p:nvPr>
        </p:nvSpPr>
        <p:spPr>
          <a:xfrm>
            <a:off x="509574" y="2367293"/>
            <a:ext cx="3909993" cy="3629708"/>
          </a:xfrm>
        </p:spPr>
        <p:txBody>
          <a:bodyPr anchor="t">
            <a:noAutofit/>
          </a:bodyPr>
          <a:lstStyle>
            <a:lvl1pPr>
              <a:defRPr>
                <a:solidFill>
                  <a:schemeClr val="accent6"/>
                </a:solidFill>
              </a:defRPr>
            </a:lvl1pPr>
          </a:lstStyle>
          <a:p>
            <a:r>
              <a:rPr lang="en-US"/>
              <a:t>Click to edit Master title style</a:t>
            </a:r>
            <a:endParaRPr lang="en-US" dirty="0"/>
          </a:p>
        </p:txBody>
      </p:sp>
      <p:sp>
        <p:nvSpPr>
          <p:cNvPr id="38" name="Content placeholder 47"/>
          <p:cNvSpPr>
            <a:spLocks noGrp="1"/>
          </p:cNvSpPr>
          <p:nvPr>
            <p:ph type="pic" sz="quarter" idx="48"/>
          </p:nvPr>
        </p:nvSpPr>
        <p:spPr>
          <a:xfrm>
            <a:off x="4269796" y="436455"/>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1" fmla="*/ 0 w 4816475"/>
              <a:gd name="connsiteY0-2" fmla="*/ 2407443 h 4814886"/>
              <a:gd name="connsiteX1-3" fmla="*/ 2199402 w 4816475"/>
              <a:gd name="connsiteY1-4" fmla="*/ 243840 h 4814886"/>
              <a:gd name="connsiteX2-5" fmla="*/ 3612753 w 4816475"/>
              <a:gd name="connsiteY2-6" fmla="*/ 0 h 4814886"/>
              <a:gd name="connsiteX3-7" fmla="*/ 4816475 w 4816475"/>
              <a:gd name="connsiteY3-8" fmla="*/ 2407443 h 4814886"/>
              <a:gd name="connsiteX4-9" fmla="*/ 3612753 w 4816475"/>
              <a:gd name="connsiteY4-10" fmla="*/ 4814886 h 4814886"/>
              <a:gd name="connsiteX5-11" fmla="*/ 1203722 w 4816475"/>
              <a:gd name="connsiteY5-12" fmla="*/ 4814886 h 4814886"/>
              <a:gd name="connsiteX6-13" fmla="*/ 0 w 4816475"/>
              <a:gd name="connsiteY6-14" fmla="*/ 2407443 h 4814886"/>
              <a:gd name="connsiteX0-15" fmla="*/ 0 w 4816475"/>
              <a:gd name="connsiteY0-16" fmla="*/ 2163603 h 4571046"/>
              <a:gd name="connsiteX1-17" fmla="*/ 2199402 w 4816475"/>
              <a:gd name="connsiteY1-18" fmla="*/ 0 h 4571046"/>
              <a:gd name="connsiteX2-19" fmla="*/ 4608433 w 4816475"/>
              <a:gd name="connsiteY2-20" fmla="*/ 721360 h 4571046"/>
              <a:gd name="connsiteX3-21" fmla="*/ 4816475 w 4816475"/>
              <a:gd name="connsiteY3-22" fmla="*/ 2163603 h 4571046"/>
              <a:gd name="connsiteX4-23" fmla="*/ 3612753 w 4816475"/>
              <a:gd name="connsiteY4-24" fmla="*/ 4571046 h 4571046"/>
              <a:gd name="connsiteX5-25" fmla="*/ 1203722 w 4816475"/>
              <a:gd name="connsiteY5-26" fmla="*/ 4571046 h 4571046"/>
              <a:gd name="connsiteX6-27" fmla="*/ 0 w 4816475"/>
              <a:gd name="connsiteY6-28" fmla="*/ 2163603 h 4571046"/>
              <a:gd name="connsiteX0-29" fmla="*/ 0 w 4958715"/>
              <a:gd name="connsiteY0-30" fmla="*/ 2163603 h 4571046"/>
              <a:gd name="connsiteX1-31" fmla="*/ 2199402 w 4958715"/>
              <a:gd name="connsiteY1-32" fmla="*/ 0 h 4571046"/>
              <a:gd name="connsiteX2-33" fmla="*/ 4608433 w 4958715"/>
              <a:gd name="connsiteY2-34" fmla="*/ 721360 h 4571046"/>
              <a:gd name="connsiteX3-35" fmla="*/ 4958715 w 4958715"/>
              <a:gd name="connsiteY3-36" fmla="*/ 2803683 h 4571046"/>
              <a:gd name="connsiteX4-37" fmla="*/ 3612753 w 4958715"/>
              <a:gd name="connsiteY4-38" fmla="*/ 4571046 h 4571046"/>
              <a:gd name="connsiteX5-39" fmla="*/ 1203722 w 4958715"/>
              <a:gd name="connsiteY5-40" fmla="*/ 4571046 h 4571046"/>
              <a:gd name="connsiteX6-41" fmla="*/ 0 w 4958715"/>
              <a:gd name="connsiteY6-42" fmla="*/ 2163603 h 4571046"/>
              <a:gd name="connsiteX0-43" fmla="*/ 0 w 4916043"/>
              <a:gd name="connsiteY0-44" fmla="*/ 1273587 h 4571046"/>
              <a:gd name="connsiteX1-45" fmla="*/ 2156730 w 4916043"/>
              <a:gd name="connsiteY1-46" fmla="*/ 0 h 4571046"/>
              <a:gd name="connsiteX2-47" fmla="*/ 4565761 w 4916043"/>
              <a:gd name="connsiteY2-48" fmla="*/ 721360 h 4571046"/>
              <a:gd name="connsiteX3-49" fmla="*/ 4916043 w 4916043"/>
              <a:gd name="connsiteY3-50" fmla="*/ 2803683 h 4571046"/>
              <a:gd name="connsiteX4-51" fmla="*/ 3570081 w 4916043"/>
              <a:gd name="connsiteY4-52" fmla="*/ 4571046 h 4571046"/>
              <a:gd name="connsiteX5-53" fmla="*/ 1161050 w 4916043"/>
              <a:gd name="connsiteY5-54" fmla="*/ 4571046 h 4571046"/>
              <a:gd name="connsiteX6-55" fmla="*/ 0 w 4916043"/>
              <a:gd name="connsiteY6-56" fmla="*/ 1273587 h 4571046"/>
              <a:gd name="connsiteX0-57" fmla="*/ 0 w 4916043"/>
              <a:gd name="connsiteY0-58" fmla="*/ 1273587 h 4571046"/>
              <a:gd name="connsiteX1-59" fmla="*/ 2156730 w 4916043"/>
              <a:gd name="connsiteY1-60" fmla="*/ 0 h 4571046"/>
              <a:gd name="connsiteX2-61" fmla="*/ 4565761 w 4916043"/>
              <a:gd name="connsiteY2-62" fmla="*/ 721360 h 4571046"/>
              <a:gd name="connsiteX3-63" fmla="*/ 4916043 w 4916043"/>
              <a:gd name="connsiteY3-64" fmla="*/ 2803683 h 4571046"/>
              <a:gd name="connsiteX4-65" fmla="*/ 3570081 w 4916043"/>
              <a:gd name="connsiteY4-66" fmla="*/ 4571046 h 4571046"/>
              <a:gd name="connsiteX5-67" fmla="*/ 21098 w 4916043"/>
              <a:gd name="connsiteY5-68" fmla="*/ 3815142 h 4571046"/>
              <a:gd name="connsiteX6-69" fmla="*/ 0 w 4916043"/>
              <a:gd name="connsiteY6-70" fmla="*/ 1273587 h 4571046"/>
              <a:gd name="connsiteX0-71" fmla="*/ 0 w 4916043"/>
              <a:gd name="connsiteY0-72" fmla="*/ 1273587 h 5066346"/>
              <a:gd name="connsiteX1-73" fmla="*/ 2156730 w 4916043"/>
              <a:gd name="connsiteY1-74" fmla="*/ 0 h 5066346"/>
              <a:gd name="connsiteX2-75" fmla="*/ 4565761 w 4916043"/>
              <a:gd name="connsiteY2-76" fmla="*/ 721360 h 5066346"/>
              <a:gd name="connsiteX3-77" fmla="*/ 4916043 w 4916043"/>
              <a:gd name="connsiteY3-78" fmla="*/ 2803683 h 5066346"/>
              <a:gd name="connsiteX4-79" fmla="*/ 2236581 w 4916043"/>
              <a:gd name="connsiteY4-80" fmla="*/ 5066346 h 5066346"/>
              <a:gd name="connsiteX5-81" fmla="*/ 21098 w 4916043"/>
              <a:gd name="connsiteY5-82" fmla="*/ 3815142 h 5066346"/>
              <a:gd name="connsiteX6-83" fmla="*/ 0 w 4916043"/>
              <a:gd name="connsiteY6-84" fmla="*/ 1273587 h 5066346"/>
              <a:gd name="connsiteX0-85" fmla="*/ 0 w 4565761"/>
              <a:gd name="connsiteY0-86" fmla="*/ 1273587 h 5066346"/>
              <a:gd name="connsiteX1-87" fmla="*/ 2156730 w 4565761"/>
              <a:gd name="connsiteY1-88" fmla="*/ 0 h 5066346"/>
              <a:gd name="connsiteX2-89" fmla="*/ 4565761 w 4565761"/>
              <a:gd name="connsiteY2-90" fmla="*/ 721360 h 5066346"/>
              <a:gd name="connsiteX3-91" fmla="*/ 4405503 w 4565761"/>
              <a:gd name="connsiteY3-92" fmla="*/ 3801903 h 5066346"/>
              <a:gd name="connsiteX4-93" fmla="*/ 2236581 w 4565761"/>
              <a:gd name="connsiteY4-94" fmla="*/ 5066346 h 5066346"/>
              <a:gd name="connsiteX5-95" fmla="*/ 21098 w 4565761"/>
              <a:gd name="connsiteY5-96" fmla="*/ 3815142 h 5066346"/>
              <a:gd name="connsiteX6-97" fmla="*/ 0 w 4565761"/>
              <a:gd name="connsiteY6-98" fmla="*/ 1273587 h 5066346"/>
              <a:gd name="connsiteX0-99" fmla="*/ 0 w 4405503"/>
              <a:gd name="connsiteY0-100" fmla="*/ 1273587 h 5066346"/>
              <a:gd name="connsiteX1-101" fmla="*/ 2156730 w 4405503"/>
              <a:gd name="connsiteY1-102" fmla="*/ 0 h 5066346"/>
              <a:gd name="connsiteX2-103" fmla="*/ 4398121 w 4405503"/>
              <a:gd name="connsiteY2-104" fmla="*/ 1277620 h 5066346"/>
              <a:gd name="connsiteX3-105" fmla="*/ 4405503 w 4405503"/>
              <a:gd name="connsiteY3-106" fmla="*/ 3801903 h 5066346"/>
              <a:gd name="connsiteX4-107" fmla="*/ 2236581 w 4405503"/>
              <a:gd name="connsiteY4-108" fmla="*/ 5066346 h 5066346"/>
              <a:gd name="connsiteX5-109" fmla="*/ 21098 w 4405503"/>
              <a:gd name="connsiteY5-110" fmla="*/ 3815142 h 5066346"/>
              <a:gd name="connsiteX6-111" fmla="*/ 0 w 4405503"/>
              <a:gd name="connsiteY6-112" fmla="*/ 1273587 h 506634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39" name="Content placeholder 47" descr="Click icon to add picture"/>
          <p:cNvSpPr>
            <a:spLocks noGrp="1"/>
          </p:cNvSpPr>
          <p:nvPr>
            <p:ph type="body" sz="quarter" idx="27" hasCustomPrompt="1"/>
          </p:nvPr>
        </p:nvSpPr>
        <p:spPr>
          <a:xfrm>
            <a:off x="5520210" y="522515"/>
            <a:ext cx="2289842" cy="626551"/>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0" name="Content placeholder 47"/>
          <p:cNvSpPr>
            <a:spLocks noGrp="1"/>
          </p:cNvSpPr>
          <p:nvPr>
            <p:ph type="body" sz="quarter" idx="28" hasCustomPrompt="1"/>
          </p:nvPr>
        </p:nvSpPr>
        <p:spPr>
          <a:xfrm>
            <a:off x="5520211" y="1165881"/>
            <a:ext cx="2289842" cy="506399"/>
          </a:xfrm>
          <a:prstGeom prst="rect">
            <a:avLst/>
          </a:prstGeom>
        </p:spPr>
        <p:txBody>
          <a:bodyPr>
            <a:noAutofit/>
          </a:bodyPr>
          <a:lstStyle>
            <a:lvl1pPr marL="0" indent="0" algn="l">
              <a:lnSpc>
                <a:spcPct val="90000"/>
              </a:lnSpc>
              <a:spcBef>
                <a:spcPts val="0"/>
              </a:spcBef>
              <a:buNone/>
              <a:defRPr sz="1400" b="0"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56" name="Content placeholder 47"/>
          <p:cNvSpPr>
            <a:spLocks noGrp="1"/>
          </p:cNvSpPr>
          <p:nvPr>
            <p:ph type="pic" sz="quarter" idx="72"/>
          </p:nvPr>
        </p:nvSpPr>
        <p:spPr>
          <a:xfrm>
            <a:off x="8059916" y="436455"/>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1" fmla="*/ 0 w 4816475"/>
              <a:gd name="connsiteY0-2" fmla="*/ 2407443 h 4814886"/>
              <a:gd name="connsiteX1-3" fmla="*/ 2199402 w 4816475"/>
              <a:gd name="connsiteY1-4" fmla="*/ 243840 h 4814886"/>
              <a:gd name="connsiteX2-5" fmla="*/ 3612753 w 4816475"/>
              <a:gd name="connsiteY2-6" fmla="*/ 0 h 4814886"/>
              <a:gd name="connsiteX3-7" fmla="*/ 4816475 w 4816475"/>
              <a:gd name="connsiteY3-8" fmla="*/ 2407443 h 4814886"/>
              <a:gd name="connsiteX4-9" fmla="*/ 3612753 w 4816475"/>
              <a:gd name="connsiteY4-10" fmla="*/ 4814886 h 4814886"/>
              <a:gd name="connsiteX5-11" fmla="*/ 1203722 w 4816475"/>
              <a:gd name="connsiteY5-12" fmla="*/ 4814886 h 4814886"/>
              <a:gd name="connsiteX6-13" fmla="*/ 0 w 4816475"/>
              <a:gd name="connsiteY6-14" fmla="*/ 2407443 h 4814886"/>
              <a:gd name="connsiteX0-15" fmla="*/ 0 w 4816475"/>
              <a:gd name="connsiteY0-16" fmla="*/ 2163603 h 4571046"/>
              <a:gd name="connsiteX1-17" fmla="*/ 2199402 w 4816475"/>
              <a:gd name="connsiteY1-18" fmla="*/ 0 h 4571046"/>
              <a:gd name="connsiteX2-19" fmla="*/ 4608433 w 4816475"/>
              <a:gd name="connsiteY2-20" fmla="*/ 721360 h 4571046"/>
              <a:gd name="connsiteX3-21" fmla="*/ 4816475 w 4816475"/>
              <a:gd name="connsiteY3-22" fmla="*/ 2163603 h 4571046"/>
              <a:gd name="connsiteX4-23" fmla="*/ 3612753 w 4816475"/>
              <a:gd name="connsiteY4-24" fmla="*/ 4571046 h 4571046"/>
              <a:gd name="connsiteX5-25" fmla="*/ 1203722 w 4816475"/>
              <a:gd name="connsiteY5-26" fmla="*/ 4571046 h 4571046"/>
              <a:gd name="connsiteX6-27" fmla="*/ 0 w 4816475"/>
              <a:gd name="connsiteY6-28" fmla="*/ 2163603 h 4571046"/>
              <a:gd name="connsiteX0-29" fmla="*/ 0 w 4958715"/>
              <a:gd name="connsiteY0-30" fmla="*/ 2163603 h 4571046"/>
              <a:gd name="connsiteX1-31" fmla="*/ 2199402 w 4958715"/>
              <a:gd name="connsiteY1-32" fmla="*/ 0 h 4571046"/>
              <a:gd name="connsiteX2-33" fmla="*/ 4608433 w 4958715"/>
              <a:gd name="connsiteY2-34" fmla="*/ 721360 h 4571046"/>
              <a:gd name="connsiteX3-35" fmla="*/ 4958715 w 4958715"/>
              <a:gd name="connsiteY3-36" fmla="*/ 2803683 h 4571046"/>
              <a:gd name="connsiteX4-37" fmla="*/ 3612753 w 4958715"/>
              <a:gd name="connsiteY4-38" fmla="*/ 4571046 h 4571046"/>
              <a:gd name="connsiteX5-39" fmla="*/ 1203722 w 4958715"/>
              <a:gd name="connsiteY5-40" fmla="*/ 4571046 h 4571046"/>
              <a:gd name="connsiteX6-41" fmla="*/ 0 w 4958715"/>
              <a:gd name="connsiteY6-42" fmla="*/ 2163603 h 4571046"/>
              <a:gd name="connsiteX0-43" fmla="*/ 0 w 4916043"/>
              <a:gd name="connsiteY0-44" fmla="*/ 1273587 h 4571046"/>
              <a:gd name="connsiteX1-45" fmla="*/ 2156730 w 4916043"/>
              <a:gd name="connsiteY1-46" fmla="*/ 0 h 4571046"/>
              <a:gd name="connsiteX2-47" fmla="*/ 4565761 w 4916043"/>
              <a:gd name="connsiteY2-48" fmla="*/ 721360 h 4571046"/>
              <a:gd name="connsiteX3-49" fmla="*/ 4916043 w 4916043"/>
              <a:gd name="connsiteY3-50" fmla="*/ 2803683 h 4571046"/>
              <a:gd name="connsiteX4-51" fmla="*/ 3570081 w 4916043"/>
              <a:gd name="connsiteY4-52" fmla="*/ 4571046 h 4571046"/>
              <a:gd name="connsiteX5-53" fmla="*/ 1161050 w 4916043"/>
              <a:gd name="connsiteY5-54" fmla="*/ 4571046 h 4571046"/>
              <a:gd name="connsiteX6-55" fmla="*/ 0 w 4916043"/>
              <a:gd name="connsiteY6-56" fmla="*/ 1273587 h 4571046"/>
              <a:gd name="connsiteX0-57" fmla="*/ 0 w 4916043"/>
              <a:gd name="connsiteY0-58" fmla="*/ 1273587 h 4571046"/>
              <a:gd name="connsiteX1-59" fmla="*/ 2156730 w 4916043"/>
              <a:gd name="connsiteY1-60" fmla="*/ 0 h 4571046"/>
              <a:gd name="connsiteX2-61" fmla="*/ 4565761 w 4916043"/>
              <a:gd name="connsiteY2-62" fmla="*/ 721360 h 4571046"/>
              <a:gd name="connsiteX3-63" fmla="*/ 4916043 w 4916043"/>
              <a:gd name="connsiteY3-64" fmla="*/ 2803683 h 4571046"/>
              <a:gd name="connsiteX4-65" fmla="*/ 3570081 w 4916043"/>
              <a:gd name="connsiteY4-66" fmla="*/ 4571046 h 4571046"/>
              <a:gd name="connsiteX5-67" fmla="*/ 21098 w 4916043"/>
              <a:gd name="connsiteY5-68" fmla="*/ 3815142 h 4571046"/>
              <a:gd name="connsiteX6-69" fmla="*/ 0 w 4916043"/>
              <a:gd name="connsiteY6-70" fmla="*/ 1273587 h 4571046"/>
              <a:gd name="connsiteX0-71" fmla="*/ 0 w 4916043"/>
              <a:gd name="connsiteY0-72" fmla="*/ 1273587 h 5066346"/>
              <a:gd name="connsiteX1-73" fmla="*/ 2156730 w 4916043"/>
              <a:gd name="connsiteY1-74" fmla="*/ 0 h 5066346"/>
              <a:gd name="connsiteX2-75" fmla="*/ 4565761 w 4916043"/>
              <a:gd name="connsiteY2-76" fmla="*/ 721360 h 5066346"/>
              <a:gd name="connsiteX3-77" fmla="*/ 4916043 w 4916043"/>
              <a:gd name="connsiteY3-78" fmla="*/ 2803683 h 5066346"/>
              <a:gd name="connsiteX4-79" fmla="*/ 2236581 w 4916043"/>
              <a:gd name="connsiteY4-80" fmla="*/ 5066346 h 5066346"/>
              <a:gd name="connsiteX5-81" fmla="*/ 21098 w 4916043"/>
              <a:gd name="connsiteY5-82" fmla="*/ 3815142 h 5066346"/>
              <a:gd name="connsiteX6-83" fmla="*/ 0 w 4916043"/>
              <a:gd name="connsiteY6-84" fmla="*/ 1273587 h 5066346"/>
              <a:gd name="connsiteX0-85" fmla="*/ 0 w 4565761"/>
              <a:gd name="connsiteY0-86" fmla="*/ 1273587 h 5066346"/>
              <a:gd name="connsiteX1-87" fmla="*/ 2156730 w 4565761"/>
              <a:gd name="connsiteY1-88" fmla="*/ 0 h 5066346"/>
              <a:gd name="connsiteX2-89" fmla="*/ 4565761 w 4565761"/>
              <a:gd name="connsiteY2-90" fmla="*/ 721360 h 5066346"/>
              <a:gd name="connsiteX3-91" fmla="*/ 4405503 w 4565761"/>
              <a:gd name="connsiteY3-92" fmla="*/ 3801903 h 5066346"/>
              <a:gd name="connsiteX4-93" fmla="*/ 2236581 w 4565761"/>
              <a:gd name="connsiteY4-94" fmla="*/ 5066346 h 5066346"/>
              <a:gd name="connsiteX5-95" fmla="*/ 21098 w 4565761"/>
              <a:gd name="connsiteY5-96" fmla="*/ 3815142 h 5066346"/>
              <a:gd name="connsiteX6-97" fmla="*/ 0 w 4565761"/>
              <a:gd name="connsiteY6-98" fmla="*/ 1273587 h 5066346"/>
              <a:gd name="connsiteX0-99" fmla="*/ 0 w 4405503"/>
              <a:gd name="connsiteY0-100" fmla="*/ 1273587 h 5066346"/>
              <a:gd name="connsiteX1-101" fmla="*/ 2156730 w 4405503"/>
              <a:gd name="connsiteY1-102" fmla="*/ 0 h 5066346"/>
              <a:gd name="connsiteX2-103" fmla="*/ 4398121 w 4405503"/>
              <a:gd name="connsiteY2-104" fmla="*/ 1277620 h 5066346"/>
              <a:gd name="connsiteX3-105" fmla="*/ 4405503 w 4405503"/>
              <a:gd name="connsiteY3-106" fmla="*/ 3801903 h 5066346"/>
              <a:gd name="connsiteX4-107" fmla="*/ 2236581 w 4405503"/>
              <a:gd name="connsiteY4-108" fmla="*/ 5066346 h 5066346"/>
              <a:gd name="connsiteX5-109" fmla="*/ 21098 w 4405503"/>
              <a:gd name="connsiteY5-110" fmla="*/ 3815142 h 5066346"/>
              <a:gd name="connsiteX6-111" fmla="*/ 0 w 4405503"/>
              <a:gd name="connsiteY6-112" fmla="*/ 1273587 h 506634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1" name="Content placeholder 47" descr="Click icon to add picture"/>
          <p:cNvSpPr>
            <a:spLocks noGrp="1"/>
          </p:cNvSpPr>
          <p:nvPr>
            <p:ph type="body" sz="quarter" idx="55" hasCustomPrompt="1"/>
          </p:nvPr>
        </p:nvSpPr>
        <p:spPr>
          <a:xfrm>
            <a:off x="9309889" y="642667"/>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2" name="Content placeholder 47"/>
          <p:cNvSpPr>
            <a:spLocks noGrp="1"/>
          </p:cNvSpPr>
          <p:nvPr>
            <p:ph type="body" sz="quarter" idx="56" hasCustomPrompt="1"/>
          </p:nvPr>
        </p:nvSpPr>
        <p:spPr>
          <a:xfrm>
            <a:off x="9309891" y="1165881"/>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48" name="Content placeholder 47"/>
          <p:cNvSpPr>
            <a:spLocks noGrp="1"/>
          </p:cNvSpPr>
          <p:nvPr>
            <p:ph type="pic" sz="quarter" idx="69"/>
          </p:nvPr>
        </p:nvSpPr>
        <p:spPr>
          <a:xfrm>
            <a:off x="4269796" y="2004222"/>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1" fmla="*/ 0 w 4816475"/>
              <a:gd name="connsiteY0-2" fmla="*/ 2407443 h 4814886"/>
              <a:gd name="connsiteX1-3" fmla="*/ 2199402 w 4816475"/>
              <a:gd name="connsiteY1-4" fmla="*/ 243840 h 4814886"/>
              <a:gd name="connsiteX2-5" fmla="*/ 3612753 w 4816475"/>
              <a:gd name="connsiteY2-6" fmla="*/ 0 h 4814886"/>
              <a:gd name="connsiteX3-7" fmla="*/ 4816475 w 4816475"/>
              <a:gd name="connsiteY3-8" fmla="*/ 2407443 h 4814886"/>
              <a:gd name="connsiteX4-9" fmla="*/ 3612753 w 4816475"/>
              <a:gd name="connsiteY4-10" fmla="*/ 4814886 h 4814886"/>
              <a:gd name="connsiteX5-11" fmla="*/ 1203722 w 4816475"/>
              <a:gd name="connsiteY5-12" fmla="*/ 4814886 h 4814886"/>
              <a:gd name="connsiteX6-13" fmla="*/ 0 w 4816475"/>
              <a:gd name="connsiteY6-14" fmla="*/ 2407443 h 4814886"/>
              <a:gd name="connsiteX0-15" fmla="*/ 0 w 4816475"/>
              <a:gd name="connsiteY0-16" fmla="*/ 2163603 h 4571046"/>
              <a:gd name="connsiteX1-17" fmla="*/ 2199402 w 4816475"/>
              <a:gd name="connsiteY1-18" fmla="*/ 0 h 4571046"/>
              <a:gd name="connsiteX2-19" fmla="*/ 4608433 w 4816475"/>
              <a:gd name="connsiteY2-20" fmla="*/ 721360 h 4571046"/>
              <a:gd name="connsiteX3-21" fmla="*/ 4816475 w 4816475"/>
              <a:gd name="connsiteY3-22" fmla="*/ 2163603 h 4571046"/>
              <a:gd name="connsiteX4-23" fmla="*/ 3612753 w 4816475"/>
              <a:gd name="connsiteY4-24" fmla="*/ 4571046 h 4571046"/>
              <a:gd name="connsiteX5-25" fmla="*/ 1203722 w 4816475"/>
              <a:gd name="connsiteY5-26" fmla="*/ 4571046 h 4571046"/>
              <a:gd name="connsiteX6-27" fmla="*/ 0 w 4816475"/>
              <a:gd name="connsiteY6-28" fmla="*/ 2163603 h 4571046"/>
              <a:gd name="connsiteX0-29" fmla="*/ 0 w 4958715"/>
              <a:gd name="connsiteY0-30" fmla="*/ 2163603 h 4571046"/>
              <a:gd name="connsiteX1-31" fmla="*/ 2199402 w 4958715"/>
              <a:gd name="connsiteY1-32" fmla="*/ 0 h 4571046"/>
              <a:gd name="connsiteX2-33" fmla="*/ 4608433 w 4958715"/>
              <a:gd name="connsiteY2-34" fmla="*/ 721360 h 4571046"/>
              <a:gd name="connsiteX3-35" fmla="*/ 4958715 w 4958715"/>
              <a:gd name="connsiteY3-36" fmla="*/ 2803683 h 4571046"/>
              <a:gd name="connsiteX4-37" fmla="*/ 3612753 w 4958715"/>
              <a:gd name="connsiteY4-38" fmla="*/ 4571046 h 4571046"/>
              <a:gd name="connsiteX5-39" fmla="*/ 1203722 w 4958715"/>
              <a:gd name="connsiteY5-40" fmla="*/ 4571046 h 4571046"/>
              <a:gd name="connsiteX6-41" fmla="*/ 0 w 4958715"/>
              <a:gd name="connsiteY6-42" fmla="*/ 2163603 h 4571046"/>
              <a:gd name="connsiteX0-43" fmla="*/ 0 w 4916043"/>
              <a:gd name="connsiteY0-44" fmla="*/ 1273587 h 4571046"/>
              <a:gd name="connsiteX1-45" fmla="*/ 2156730 w 4916043"/>
              <a:gd name="connsiteY1-46" fmla="*/ 0 h 4571046"/>
              <a:gd name="connsiteX2-47" fmla="*/ 4565761 w 4916043"/>
              <a:gd name="connsiteY2-48" fmla="*/ 721360 h 4571046"/>
              <a:gd name="connsiteX3-49" fmla="*/ 4916043 w 4916043"/>
              <a:gd name="connsiteY3-50" fmla="*/ 2803683 h 4571046"/>
              <a:gd name="connsiteX4-51" fmla="*/ 3570081 w 4916043"/>
              <a:gd name="connsiteY4-52" fmla="*/ 4571046 h 4571046"/>
              <a:gd name="connsiteX5-53" fmla="*/ 1161050 w 4916043"/>
              <a:gd name="connsiteY5-54" fmla="*/ 4571046 h 4571046"/>
              <a:gd name="connsiteX6-55" fmla="*/ 0 w 4916043"/>
              <a:gd name="connsiteY6-56" fmla="*/ 1273587 h 4571046"/>
              <a:gd name="connsiteX0-57" fmla="*/ 0 w 4916043"/>
              <a:gd name="connsiteY0-58" fmla="*/ 1273587 h 4571046"/>
              <a:gd name="connsiteX1-59" fmla="*/ 2156730 w 4916043"/>
              <a:gd name="connsiteY1-60" fmla="*/ 0 h 4571046"/>
              <a:gd name="connsiteX2-61" fmla="*/ 4565761 w 4916043"/>
              <a:gd name="connsiteY2-62" fmla="*/ 721360 h 4571046"/>
              <a:gd name="connsiteX3-63" fmla="*/ 4916043 w 4916043"/>
              <a:gd name="connsiteY3-64" fmla="*/ 2803683 h 4571046"/>
              <a:gd name="connsiteX4-65" fmla="*/ 3570081 w 4916043"/>
              <a:gd name="connsiteY4-66" fmla="*/ 4571046 h 4571046"/>
              <a:gd name="connsiteX5-67" fmla="*/ 21098 w 4916043"/>
              <a:gd name="connsiteY5-68" fmla="*/ 3815142 h 4571046"/>
              <a:gd name="connsiteX6-69" fmla="*/ 0 w 4916043"/>
              <a:gd name="connsiteY6-70" fmla="*/ 1273587 h 4571046"/>
              <a:gd name="connsiteX0-71" fmla="*/ 0 w 4916043"/>
              <a:gd name="connsiteY0-72" fmla="*/ 1273587 h 5066346"/>
              <a:gd name="connsiteX1-73" fmla="*/ 2156730 w 4916043"/>
              <a:gd name="connsiteY1-74" fmla="*/ 0 h 5066346"/>
              <a:gd name="connsiteX2-75" fmla="*/ 4565761 w 4916043"/>
              <a:gd name="connsiteY2-76" fmla="*/ 721360 h 5066346"/>
              <a:gd name="connsiteX3-77" fmla="*/ 4916043 w 4916043"/>
              <a:gd name="connsiteY3-78" fmla="*/ 2803683 h 5066346"/>
              <a:gd name="connsiteX4-79" fmla="*/ 2236581 w 4916043"/>
              <a:gd name="connsiteY4-80" fmla="*/ 5066346 h 5066346"/>
              <a:gd name="connsiteX5-81" fmla="*/ 21098 w 4916043"/>
              <a:gd name="connsiteY5-82" fmla="*/ 3815142 h 5066346"/>
              <a:gd name="connsiteX6-83" fmla="*/ 0 w 4916043"/>
              <a:gd name="connsiteY6-84" fmla="*/ 1273587 h 5066346"/>
              <a:gd name="connsiteX0-85" fmla="*/ 0 w 4565761"/>
              <a:gd name="connsiteY0-86" fmla="*/ 1273587 h 5066346"/>
              <a:gd name="connsiteX1-87" fmla="*/ 2156730 w 4565761"/>
              <a:gd name="connsiteY1-88" fmla="*/ 0 h 5066346"/>
              <a:gd name="connsiteX2-89" fmla="*/ 4565761 w 4565761"/>
              <a:gd name="connsiteY2-90" fmla="*/ 721360 h 5066346"/>
              <a:gd name="connsiteX3-91" fmla="*/ 4405503 w 4565761"/>
              <a:gd name="connsiteY3-92" fmla="*/ 3801903 h 5066346"/>
              <a:gd name="connsiteX4-93" fmla="*/ 2236581 w 4565761"/>
              <a:gd name="connsiteY4-94" fmla="*/ 5066346 h 5066346"/>
              <a:gd name="connsiteX5-95" fmla="*/ 21098 w 4565761"/>
              <a:gd name="connsiteY5-96" fmla="*/ 3815142 h 5066346"/>
              <a:gd name="connsiteX6-97" fmla="*/ 0 w 4565761"/>
              <a:gd name="connsiteY6-98" fmla="*/ 1273587 h 5066346"/>
              <a:gd name="connsiteX0-99" fmla="*/ 0 w 4405503"/>
              <a:gd name="connsiteY0-100" fmla="*/ 1273587 h 5066346"/>
              <a:gd name="connsiteX1-101" fmla="*/ 2156730 w 4405503"/>
              <a:gd name="connsiteY1-102" fmla="*/ 0 h 5066346"/>
              <a:gd name="connsiteX2-103" fmla="*/ 4398121 w 4405503"/>
              <a:gd name="connsiteY2-104" fmla="*/ 1277620 h 5066346"/>
              <a:gd name="connsiteX3-105" fmla="*/ 4405503 w 4405503"/>
              <a:gd name="connsiteY3-106" fmla="*/ 3801903 h 5066346"/>
              <a:gd name="connsiteX4-107" fmla="*/ 2236581 w 4405503"/>
              <a:gd name="connsiteY4-108" fmla="*/ 5066346 h 5066346"/>
              <a:gd name="connsiteX5-109" fmla="*/ 21098 w 4405503"/>
              <a:gd name="connsiteY5-110" fmla="*/ 3815142 h 5066346"/>
              <a:gd name="connsiteX6-111" fmla="*/ 0 w 4405503"/>
              <a:gd name="connsiteY6-112" fmla="*/ 1273587 h 506634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3" name="Content placeholder 47" descr="Click icon to add picture"/>
          <p:cNvSpPr>
            <a:spLocks noGrp="1"/>
          </p:cNvSpPr>
          <p:nvPr>
            <p:ph type="body" sz="quarter" idx="57" hasCustomPrompt="1"/>
          </p:nvPr>
        </p:nvSpPr>
        <p:spPr>
          <a:xfrm>
            <a:off x="5520210" y="2105171"/>
            <a:ext cx="2193021" cy="617418"/>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4" name="Content placeholder 47"/>
          <p:cNvSpPr>
            <a:spLocks noGrp="1"/>
          </p:cNvSpPr>
          <p:nvPr>
            <p:ph type="body" sz="quarter" idx="58" hasCustomPrompt="1"/>
          </p:nvPr>
        </p:nvSpPr>
        <p:spPr>
          <a:xfrm>
            <a:off x="5520212" y="2739721"/>
            <a:ext cx="2193021" cy="506399"/>
          </a:xfrm>
          <a:prstGeom prst="rect">
            <a:avLst/>
          </a:prstGeom>
        </p:spPr>
        <p:txBody>
          <a:bodyPr>
            <a:noAutofit/>
          </a:bodyPr>
          <a:lstStyle>
            <a:lvl1pPr marL="0" indent="0" algn="l">
              <a:lnSpc>
                <a:spcPct val="100000"/>
              </a:lnSpc>
              <a:spcBef>
                <a:spcPts val="0"/>
              </a:spcBef>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1" name="Content placeholder 47"/>
          <p:cNvSpPr>
            <a:spLocks noGrp="1"/>
          </p:cNvSpPr>
          <p:nvPr>
            <p:ph type="pic" sz="quarter" idx="73"/>
          </p:nvPr>
        </p:nvSpPr>
        <p:spPr>
          <a:xfrm>
            <a:off x="8059916" y="2004222"/>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1" fmla="*/ 0 w 4816475"/>
              <a:gd name="connsiteY0-2" fmla="*/ 2407443 h 4814886"/>
              <a:gd name="connsiteX1-3" fmla="*/ 2199402 w 4816475"/>
              <a:gd name="connsiteY1-4" fmla="*/ 243840 h 4814886"/>
              <a:gd name="connsiteX2-5" fmla="*/ 3612753 w 4816475"/>
              <a:gd name="connsiteY2-6" fmla="*/ 0 h 4814886"/>
              <a:gd name="connsiteX3-7" fmla="*/ 4816475 w 4816475"/>
              <a:gd name="connsiteY3-8" fmla="*/ 2407443 h 4814886"/>
              <a:gd name="connsiteX4-9" fmla="*/ 3612753 w 4816475"/>
              <a:gd name="connsiteY4-10" fmla="*/ 4814886 h 4814886"/>
              <a:gd name="connsiteX5-11" fmla="*/ 1203722 w 4816475"/>
              <a:gd name="connsiteY5-12" fmla="*/ 4814886 h 4814886"/>
              <a:gd name="connsiteX6-13" fmla="*/ 0 w 4816475"/>
              <a:gd name="connsiteY6-14" fmla="*/ 2407443 h 4814886"/>
              <a:gd name="connsiteX0-15" fmla="*/ 0 w 4816475"/>
              <a:gd name="connsiteY0-16" fmla="*/ 2163603 h 4571046"/>
              <a:gd name="connsiteX1-17" fmla="*/ 2199402 w 4816475"/>
              <a:gd name="connsiteY1-18" fmla="*/ 0 h 4571046"/>
              <a:gd name="connsiteX2-19" fmla="*/ 4608433 w 4816475"/>
              <a:gd name="connsiteY2-20" fmla="*/ 721360 h 4571046"/>
              <a:gd name="connsiteX3-21" fmla="*/ 4816475 w 4816475"/>
              <a:gd name="connsiteY3-22" fmla="*/ 2163603 h 4571046"/>
              <a:gd name="connsiteX4-23" fmla="*/ 3612753 w 4816475"/>
              <a:gd name="connsiteY4-24" fmla="*/ 4571046 h 4571046"/>
              <a:gd name="connsiteX5-25" fmla="*/ 1203722 w 4816475"/>
              <a:gd name="connsiteY5-26" fmla="*/ 4571046 h 4571046"/>
              <a:gd name="connsiteX6-27" fmla="*/ 0 w 4816475"/>
              <a:gd name="connsiteY6-28" fmla="*/ 2163603 h 4571046"/>
              <a:gd name="connsiteX0-29" fmla="*/ 0 w 4958715"/>
              <a:gd name="connsiteY0-30" fmla="*/ 2163603 h 4571046"/>
              <a:gd name="connsiteX1-31" fmla="*/ 2199402 w 4958715"/>
              <a:gd name="connsiteY1-32" fmla="*/ 0 h 4571046"/>
              <a:gd name="connsiteX2-33" fmla="*/ 4608433 w 4958715"/>
              <a:gd name="connsiteY2-34" fmla="*/ 721360 h 4571046"/>
              <a:gd name="connsiteX3-35" fmla="*/ 4958715 w 4958715"/>
              <a:gd name="connsiteY3-36" fmla="*/ 2803683 h 4571046"/>
              <a:gd name="connsiteX4-37" fmla="*/ 3612753 w 4958715"/>
              <a:gd name="connsiteY4-38" fmla="*/ 4571046 h 4571046"/>
              <a:gd name="connsiteX5-39" fmla="*/ 1203722 w 4958715"/>
              <a:gd name="connsiteY5-40" fmla="*/ 4571046 h 4571046"/>
              <a:gd name="connsiteX6-41" fmla="*/ 0 w 4958715"/>
              <a:gd name="connsiteY6-42" fmla="*/ 2163603 h 4571046"/>
              <a:gd name="connsiteX0-43" fmla="*/ 0 w 4916043"/>
              <a:gd name="connsiteY0-44" fmla="*/ 1273587 h 4571046"/>
              <a:gd name="connsiteX1-45" fmla="*/ 2156730 w 4916043"/>
              <a:gd name="connsiteY1-46" fmla="*/ 0 h 4571046"/>
              <a:gd name="connsiteX2-47" fmla="*/ 4565761 w 4916043"/>
              <a:gd name="connsiteY2-48" fmla="*/ 721360 h 4571046"/>
              <a:gd name="connsiteX3-49" fmla="*/ 4916043 w 4916043"/>
              <a:gd name="connsiteY3-50" fmla="*/ 2803683 h 4571046"/>
              <a:gd name="connsiteX4-51" fmla="*/ 3570081 w 4916043"/>
              <a:gd name="connsiteY4-52" fmla="*/ 4571046 h 4571046"/>
              <a:gd name="connsiteX5-53" fmla="*/ 1161050 w 4916043"/>
              <a:gd name="connsiteY5-54" fmla="*/ 4571046 h 4571046"/>
              <a:gd name="connsiteX6-55" fmla="*/ 0 w 4916043"/>
              <a:gd name="connsiteY6-56" fmla="*/ 1273587 h 4571046"/>
              <a:gd name="connsiteX0-57" fmla="*/ 0 w 4916043"/>
              <a:gd name="connsiteY0-58" fmla="*/ 1273587 h 4571046"/>
              <a:gd name="connsiteX1-59" fmla="*/ 2156730 w 4916043"/>
              <a:gd name="connsiteY1-60" fmla="*/ 0 h 4571046"/>
              <a:gd name="connsiteX2-61" fmla="*/ 4565761 w 4916043"/>
              <a:gd name="connsiteY2-62" fmla="*/ 721360 h 4571046"/>
              <a:gd name="connsiteX3-63" fmla="*/ 4916043 w 4916043"/>
              <a:gd name="connsiteY3-64" fmla="*/ 2803683 h 4571046"/>
              <a:gd name="connsiteX4-65" fmla="*/ 3570081 w 4916043"/>
              <a:gd name="connsiteY4-66" fmla="*/ 4571046 h 4571046"/>
              <a:gd name="connsiteX5-67" fmla="*/ 21098 w 4916043"/>
              <a:gd name="connsiteY5-68" fmla="*/ 3815142 h 4571046"/>
              <a:gd name="connsiteX6-69" fmla="*/ 0 w 4916043"/>
              <a:gd name="connsiteY6-70" fmla="*/ 1273587 h 4571046"/>
              <a:gd name="connsiteX0-71" fmla="*/ 0 w 4916043"/>
              <a:gd name="connsiteY0-72" fmla="*/ 1273587 h 5066346"/>
              <a:gd name="connsiteX1-73" fmla="*/ 2156730 w 4916043"/>
              <a:gd name="connsiteY1-74" fmla="*/ 0 h 5066346"/>
              <a:gd name="connsiteX2-75" fmla="*/ 4565761 w 4916043"/>
              <a:gd name="connsiteY2-76" fmla="*/ 721360 h 5066346"/>
              <a:gd name="connsiteX3-77" fmla="*/ 4916043 w 4916043"/>
              <a:gd name="connsiteY3-78" fmla="*/ 2803683 h 5066346"/>
              <a:gd name="connsiteX4-79" fmla="*/ 2236581 w 4916043"/>
              <a:gd name="connsiteY4-80" fmla="*/ 5066346 h 5066346"/>
              <a:gd name="connsiteX5-81" fmla="*/ 21098 w 4916043"/>
              <a:gd name="connsiteY5-82" fmla="*/ 3815142 h 5066346"/>
              <a:gd name="connsiteX6-83" fmla="*/ 0 w 4916043"/>
              <a:gd name="connsiteY6-84" fmla="*/ 1273587 h 5066346"/>
              <a:gd name="connsiteX0-85" fmla="*/ 0 w 4565761"/>
              <a:gd name="connsiteY0-86" fmla="*/ 1273587 h 5066346"/>
              <a:gd name="connsiteX1-87" fmla="*/ 2156730 w 4565761"/>
              <a:gd name="connsiteY1-88" fmla="*/ 0 h 5066346"/>
              <a:gd name="connsiteX2-89" fmla="*/ 4565761 w 4565761"/>
              <a:gd name="connsiteY2-90" fmla="*/ 721360 h 5066346"/>
              <a:gd name="connsiteX3-91" fmla="*/ 4405503 w 4565761"/>
              <a:gd name="connsiteY3-92" fmla="*/ 3801903 h 5066346"/>
              <a:gd name="connsiteX4-93" fmla="*/ 2236581 w 4565761"/>
              <a:gd name="connsiteY4-94" fmla="*/ 5066346 h 5066346"/>
              <a:gd name="connsiteX5-95" fmla="*/ 21098 w 4565761"/>
              <a:gd name="connsiteY5-96" fmla="*/ 3815142 h 5066346"/>
              <a:gd name="connsiteX6-97" fmla="*/ 0 w 4565761"/>
              <a:gd name="connsiteY6-98" fmla="*/ 1273587 h 5066346"/>
              <a:gd name="connsiteX0-99" fmla="*/ 0 w 4405503"/>
              <a:gd name="connsiteY0-100" fmla="*/ 1273587 h 5066346"/>
              <a:gd name="connsiteX1-101" fmla="*/ 2156730 w 4405503"/>
              <a:gd name="connsiteY1-102" fmla="*/ 0 h 5066346"/>
              <a:gd name="connsiteX2-103" fmla="*/ 4398121 w 4405503"/>
              <a:gd name="connsiteY2-104" fmla="*/ 1277620 h 5066346"/>
              <a:gd name="connsiteX3-105" fmla="*/ 4405503 w 4405503"/>
              <a:gd name="connsiteY3-106" fmla="*/ 3801903 h 5066346"/>
              <a:gd name="connsiteX4-107" fmla="*/ 2236581 w 4405503"/>
              <a:gd name="connsiteY4-108" fmla="*/ 5066346 h 5066346"/>
              <a:gd name="connsiteX5-109" fmla="*/ 21098 w 4405503"/>
              <a:gd name="connsiteY5-110" fmla="*/ 3815142 h 5066346"/>
              <a:gd name="connsiteX6-111" fmla="*/ 0 w 4405503"/>
              <a:gd name="connsiteY6-112" fmla="*/ 1273587 h 506634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dirty="0"/>
          </a:p>
        </p:txBody>
      </p:sp>
      <p:sp>
        <p:nvSpPr>
          <p:cNvPr id="45" name="Content placeholder 47" descr="Click icon to add picture"/>
          <p:cNvSpPr>
            <a:spLocks noGrp="1"/>
          </p:cNvSpPr>
          <p:nvPr>
            <p:ph type="body" sz="quarter" idx="59" hasCustomPrompt="1"/>
          </p:nvPr>
        </p:nvSpPr>
        <p:spPr>
          <a:xfrm>
            <a:off x="9309890" y="2032203"/>
            <a:ext cx="2098039" cy="701144"/>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6" name="Content placeholder 47"/>
          <p:cNvSpPr>
            <a:spLocks noGrp="1"/>
          </p:cNvSpPr>
          <p:nvPr>
            <p:ph type="body" sz="quarter" idx="60" hasCustomPrompt="1"/>
          </p:nvPr>
        </p:nvSpPr>
        <p:spPr>
          <a:xfrm>
            <a:off x="9309890" y="2746407"/>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49" name="Content placeholder 47"/>
          <p:cNvSpPr>
            <a:spLocks noGrp="1"/>
          </p:cNvSpPr>
          <p:nvPr>
            <p:ph type="pic" sz="quarter" idx="70"/>
          </p:nvPr>
        </p:nvSpPr>
        <p:spPr>
          <a:xfrm>
            <a:off x="4269796" y="3571991"/>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1" fmla="*/ 0 w 4816475"/>
              <a:gd name="connsiteY0-2" fmla="*/ 2407443 h 4814886"/>
              <a:gd name="connsiteX1-3" fmla="*/ 2199402 w 4816475"/>
              <a:gd name="connsiteY1-4" fmla="*/ 243840 h 4814886"/>
              <a:gd name="connsiteX2-5" fmla="*/ 3612753 w 4816475"/>
              <a:gd name="connsiteY2-6" fmla="*/ 0 h 4814886"/>
              <a:gd name="connsiteX3-7" fmla="*/ 4816475 w 4816475"/>
              <a:gd name="connsiteY3-8" fmla="*/ 2407443 h 4814886"/>
              <a:gd name="connsiteX4-9" fmla="*/ 3612753 w 4816475"/>
              <a:gd name="connsiteY4-10" fmla="*/ 4814886 h 4814886"/>
              <a:gd name="connsiteX5-11" fmla="*/ 1203722 w 4816475"/>
              <a:gd name="connsiteY5-12" fmla="*/ 4814886 h 4814886"/>
              <a:gd name="connsiteX6-13" fmla="*/ 0 w 4816475"/>
              <a:gd name="connsiteY6-14" fmla="*/ 2407443 h 4814886"/>
              <a:gd name="connsiteX0-15" fmla="*/ 0 w 4816475"/>
              <a:gd name="connsiteY0-16" fmla="*/ 2163603 h 4571046"/>
              <a:gd name="connsiteX1-17" fmla="*/ 2199402 w 4816475"/>
              <a:gd name="connsiteY1-18" fmla="*/ 0 h 4571046"/>
              <a:gd name="connsiteX2-19" fmla="*/ 4608433 w 4816475"/>
              <a:gd name="connsiteY2-20" fmla="*/ 721360 h 4571046"/>
              <a:gd name="connsiteX3-21" fmla="*/ 4816475 w 4816475"/>
              <a:gd name="connsiteY3-22" fmla="*/ 2163603 h 4571046"/>
              <a:gd name="connsiteX4-23" fmla="*/ 3612753 w 4816475"/>
              <a:gd name="connsiteY4-24" fmla="*/ 4571046 h 4571046"/>
              <a:gd name="connsiteX5-25" fmla="*/ 1203722 w 4816475"/>
              <a:gd name="connsiteY5-26" fmla="*/ 4571046 h 4571046"/>
              <a:gd name="connsiteX6-27" fmla="*/ 0 w 4816475"/>
              <a:gd name="connsiteY6-28" fmla="*/ 2163603 h 4571046"/>
              <a:gd name="connsiteX0-29" fmla="*/ 0 w 4958715"/>
              <a:gd name="connsiteY0-30" fmla="*/ 2163603 h 4571046"/>
              <a:gd name="connsiteX1-31" fmla="*/ 2199402 w 4958715"/>
              <a:gd name="connsiteY1-32" fmla="*/ 0 h 4571046"/>
              <a:gd name="connsiteX2-33" fmla="*/ 4608433 w 4958715"/>
              <a:gd name="connsiteY2-34" fmla="*/ 721360 h 4571046"/>
              <a:gd name="connsiteX3-35" fmla="*/ 4958715 w 4958715"/>
              <a:gd name="connsiteY3-36" fmla="*/ 2803683 h 4571046"/>
              <a:gd name="connsiteX4-37" fmla="*/ 3612753 w 4958715"/>
              <a:gd name="connsiteY4-38" fmla="*/ 4571046 h 4571046"/>
              <a:gd name="connsiteX5-39" fmla="*/ 1203722 w 4958715"/>
              <a:gd name="connsiteY5-40" fmla="*/ 4571046 h 4571046"/>
              <a:gd name="connsiteX6-41" fmla="*/ 0 w 4958715"/>
              <a:gd name="connsiteY6-42" fmla="*/ 2163603 h 4571046"/>
              <a:gd name="connsiteX0-43" fmla="*/ 0 w 4916043"/>
              <a:gd name="connsiteY0-44" fmla="*/ 1273587 h 4571046"/>
              <a:gd name="connsiteX1-45" fmla="*/ 2156730 w 4916043"/>
              <a:gd name="connsiteY1-46" fmla="*/ 0 h 4571046"/>
              <a:gd name="connsiteX2-47" fmla="*/ 4565761 w 4916043"/>
              <a:gd name="connsiteY2-48" fmla="*/ 721360 h 4571046"/>
              <a:gd name="connsiteX3-49" fmla="*/ 4916043 w 4916043"/>
              <a:gd name="connsiteY3-50" fmla="*/ 2803683 h 4571046"/>
              <a:gd name="connsiteX4-51" fmla="*/ 3570081 w 4916043"/>
              <a:gd name="connsiteY4-52" fmla="*/ 4571046 h 4571046"/>
              <a:gd name="connsiteX5-53" fmla="*/ 1161050 w 4916043"/>
              <a:gd name="connsiteY5-54" fmla="*/ 4571046 h 4571046"/>
              <a:gd name="connsiteX6-55" fmla="*/ 0 w 4916043"/>
              <a:gd name="connsiteY6-56" fmla="*/ 1273587 h 4571046"/>
              <a:gd name="connsiteX0-57" fmla="*/ 0 w 4916043"/>
              <a:gd name="connsiteY0-58" fmla="*/ 1273587 h 4571046"/>
              <a:gd name="connsiteX1-59" fmla="*/ 2156730 w 4916043"/>
              <a:gd name="connsiteY1-60" fmla="*/ 0 h 4571046"/>
              <a:gd name="connsiteX2-61" fmla="*/ 4565761 w 4916043"/>
              <a:gd name="connsiteY2-62" fmla="*/ 721360 h 4571046"/>
              <a:gd name="connsiteX3-63" fmla="*/ 4916043 w 4916043"/>
              <a:gd name="connsiteY3-64" fmla="*/ 2803683 h 4571046"/>
              <a:gd name="connsiteX4-65" fmla="*/ 3570081 w 4916043"/>
              <a:gd name="connsiteY4-66" fmla="*/ 4571046 h 4571046"/>
              <a:gd name="connsiteX5-67" fmla="*/ 21098 w 4916043"/>
              <a:gd name="connsiteY5-68" fmla="*/ 3815142 h 4571046"/>
              <a:gd name="connsiteX6-69" fmla="*/ 0 w 4916043"/>
              <a:gd name="connsiteY6-70" fmla="*/ 1273587 h 4571046"/>
              <a:gd name="connsiteX0-71" fmla="*/ 0 w 4916043"/>
              <a:gd name="connsiteY0-72" fmla="*/ 1273587 h 5066346"/>
              <a:gd name="connsiteX1-73" fmla="*/ 2156730 w 4916043"/>
              <a:gd name="connsiteY1-74" fmla="*/ 0 h 5066346"/>
              <a:gd name="connsiteX2-75" fmla="*/ 4565761 w 4916043"/>
              <a:gd name="connsiteY2-76" fmla="*/ 721360 h 5066346"/>
              <a:gd name="connsiteX3-77" fmla="*/ 4916043 w 4916043"/>
              <a:gd name="connsiteY3-78" fmla="*/ 2803683 h 5066346"/>
              <a:gd name="connsiteX4-79" fmla="*/ 2236581 w 4916043"/>
              <a:gd name="connsiteY4-80" fmla="*/ 5066346 h 5066346"/>
              <a:gd name="connsiteX5-81" fmla="*/ 21098 w 4916043"/>
              <a:gd name="connsiteY5-82" fmla="*/ 3815142 h 5066346"/>
              <a:gd name="connsiteX6-83" fmla="*/ 0 w 4916043"/>
              <a:gd name="connsiteY6-84" fmla="*/ 1273587 h 5066346"/>
              <a:gd name="connsiteX0-85" fmla="*/ 0 w 4565761"/>
              <a:gd name="connsiteY0-86" fmla="*/ 1273587 h 5066346"/>
              <a:gd name="connsiteX1-87" fmla="*/ 2156730 w 4565761"/>
              <a:gd name="connsiteY1-88" fmla="*/ 0 h 5066346"/>
              <a:gd name="connsiteX2-89" fmla="*/ 4565761 w 4565761"/>
              <a:gd name="connsiteY2-90" fmla="*/ 721360 h 5066346"/>
              <a:gd name="connsiteX3-91" fmla="*/ 4405503 w 4565761"/>
              <a:gd name="connsiteY3-92" fmla="*/ 3801903 h 5066346"/>
              <a:gd name="connsiteX4-93" fmla="*/ 2236581 w 4565761"/>
              <a:gd name="connsiteY4-94" fmla="*/ 5066346 h 5066346"/>
              <a:gd name="connsiteX5-95" fmla="*/ 21098 w 4565761"/>
              <a:gd name="connsiteY5-96" fmla="*/ 3815142 h 5066346"/>
              <a:gd name="connsiteX6-97" fmla="*/ 0 w 4565761"/>
              <a:gd name="connsiteY6-98" fmla="*/ 1273587 h 5066346"/>
              <a:gd name="connsiteX0-99" fmla="*/ 0 w 4405503"/>
              <a:gd name="connsiteY0-100" fmla="*/ 1273587 h 5066346"/>
              <a:gd name="connsiteX1-101" fmla="*/ 2156730 w 4405503"/>
              <a:gd name="connsiteY1-102" fmla="*/ 0 h 5066346"/>
              <a:gd name="connsiteX2-103" fmla="*/ 4398121 w 4405503"/>
              <a:gd name="connsiteY2-104" fmla="*/ 1277620 h 5066346"/>
              <a:gd name="connsiteX3-105" fmla="*/ 4405503 w 4405503"/>
              <a:gd name="connsiteY3-106" fmla="*/ 3801903 h 5066346"/>
              <a:gd name="connsiteX4-107" fmla="*/ 2236581 w 4405503"/>
              <a:gd name="connsiteY4-108" fmla="*/ 5066346 h 5066346"/>
              <a:gd name="connsiteX5-109" fmla="*/ 21098 w 4405503"/>
              <a:gd name="connsiteY5-110" fmla="*/ 3815142 h 5066346"/>
              <a:gd name="connsiteX6-111" fmla="*/ 0 w 4405503"/>
              <a:gd name="connsiteY6-112" fmla="*/ 1273587 h 506634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7" name="Content placeholder 47" descr="Click icon to add picture"/>
          <p:cNvSpPr>
            <a:spLocks noGrp="1"/>
          </p:cNvSpPr>
          <p:nvPr>
            <p:ph type="body" sz="quarter" idx="61" hasCustomPrompt="1"/>
          </p:nvPr>
        </p:nvSpPr>
        <p:spPr>
          <a:xfrm>
            <a:off x="5520210" y="3775516"/>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0" name="Content placeholder 47"/>
          <p:cNvSpPr>
            <a:spLocks noGrp="1"/>
          </p:cNvSpPr>
          <p:nvPr>
            <p:ph type="body" sz="quarter" idx="62" hasCustomPrompt="1"/>
          </p:nvPr>
        </p:nvSpPr>
        <p:spPr>
          <a:xfrm>
            <a:off x="5520211" y="4312077"/>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2" name="Content placeholder 47"/>
          <p:cNvSpPr>
            <a:spLocks noGrp="1"/>
          </p:cNvSpPr>
          <p:nvPr>
            <p:ph type="pic" sz="quarter" idx="74"/>
          </p:nvPr>
        </p:nvSpPr>
        <p:spPr>
          <a:xfrm>
            <a:off x="8059916" y="3571991"/>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1" fmla="*/ 0 w 4816475"/>
              <a:gd name="connsiteY0-2" fmla="*/ 2407443 h 4814886"/>
              <a:gd name="connsiteX1-3" fmla="*/ 2199402 w 4816475"/>
              <a:gd name="connsiteY1-4" fmla="*/ 243840 h 4814886"/>
              <a:gd name="connsiteX2-5" fmla="*/ 3612753 w 4816475"/>
              <a:gd name="connsiteY2-6" fmla="*/ 0 h 4814886"/>
              <a:gd name="connsiteX3-7" fmla="*/ 4816475 w 4816475"/>
              <a:gd name="connsiteY3-8" fmla="*/ 2407443 h 4814886"/>
              <a:gd name="connsiteX4-9" fmla="*/ 3612753 w 4816475"/>
              <a:gd name="connsiteY4-10" fmla="*/ 4814886 h 4814886"/>
              <a:gd name="connsiteX5-11" fmla="*/ 1203722 w 4816475"/>
              <a:gd name="connsiteY5-12" fmla="*/ 4814886 h 4814886"/>
              <a:gd name="connsiteX6-13" fmla="*/ 0 w 4816475"/>
              <a:gd name="connsiteY6-14" fmla="*/ 2407443 h 4814886"/>
              <a:gd name="connsiteX0-15" fmla="*/ 0 w 4816475"/>
              <a:gd name="connsiteY0-16" fmla="*/ 2163603 h 4571046"/>
              <a:gd name="connsiteX1-17" fmla="*/ 2199402 w 4816475"/>
              <a:gd name="connsiteY1-18" fmla="*/ 0 h 4571046"/>
              <a:gd name="connsiteX2-19" fmla="*/ 4608433 w 4816475"/>
              <a:gd name="connsiteY2-20" fmla="*/ 721360 h 4571046"/>
              <a:gd name="connsiteX3-21" fmla="*/ 4816475 w 4816475"/>
              <a:gd name="connsiteY3-22" fmla="*/ 2163603 h 4571046"/>
              <a:gd name="connsiteX4-23" fmla="*/ 3612753 w 4816475"/>
              <a:gd name="connsiteY4-24" fmla="*/ 4571046 h 4571046"/>
              <a:gd name="connsiteX5-25" fmla="*/ 1203722 w 4816475"/>
              <a:gd name="connsiteY5-26" fmla="*/ 4571046 h 4571046"/>
              <a:gd name="connsiteX6-27" fmla="*/ 0 w 4816475"/>
              <a:gd name="connsiteY6-28" fmla="*/ 2163603 h 4571046"/>
              <a:gd name="connsiteX0-29" fmla="*/ 0 w 4958715"/>
              <a:gd name="connsiteY0-30" fmla="*/ 2163603 h 4571046"/>
              <a:gd name="connsiteX1-31" fmla="*/ 2199402 w 4958715"/>
              <a:gd name="connsiteY1-32" fmla="*/ 0 h 4571046"/>
              <a:gd name="connsiteX2-33" fmla="*/ 4608433 w 4958715"/>
              <a:gd name="connsiteY2-34" fmla="*/ 721360 h 4571046"/>
              <a:gd name="connsiteX3-35" fmla="*/ 4958715 w 4958715"/>
              <a:gd name="connsiteY3-36" fmla="*/ 2803683 h 4571046"/>
              <a:gd name="connsiteX4-37" fmla="*/ 3612753 w 4958715"/>
              <a:gd name="connsiteY4-38" fmla="*/ 4571046 h 4571046"/>
              <a:gd name="connsiteX5-39" fmla="*/ 1203722 w 4958715"/>
              <a:gd name="connsiteY5-40" fmla="*/ 4571046 h 4571046"/>
              <a:gd name="connsiteX6-41" fmla="*/ 0 w 4958715"/>
              <a:gd name="connsiteY6-42" fmla="*/ 2163603 h 4571046"/>
              <a:gd name="connsiteX0-43" fmla="*/ 0 w 4916043"/>
              <a:gd name="connsiteY0-44" fmla="*/ 1273587 h 4571046"/>
              <a:gd name="connsiteX1-45" fmla="*/ 2156730 w 4916043"/>
              <a:gd name="connsiteY1-46" fmla="*/ 0 h 4571046"/>
              <a:gd name="connsiteX2-47" fmla="*/ 4565761 w 4916043"/>
              <a:gd name="connsiteY2-48" fmla="*/ 721360 h 4571046"/>
              <a:gd name="connsiteX3-49" fmla="*/ 4916043 w 4916043"/>
              <a:gd name="connsiteY3-50" fmla="*/ 2803683 h 4571046"/>
              <a:gd name="connsiteX4-51" fmla="*/ 3570081 w 4916043"/>
              <a:gd name="connsiteY4-52" fmla="*/ 4571046 h 4571046"/>
              <a:gd name="connsiteX5-53" fmla="*/ 1161050 w 4916043"/>
              <a:gd name="connsiteY5-54" fmla="*/ 4571046 h 4571046"/>
              <a:gd name="connsiteX6-55" fmla="*/ 0 w 4916043"/>
              <a:gd name="connsiteY6-56" fmla="*/ 1273587 h 4571046"/>
              <a:gd name="connsiteX0-57" fmla="*/ 0 w 4916043"/>
              <a:gd name="connsiteY0-58" fmla="*/ 1273587 h 4571046"/>
              <a:gd name="connsiteX1-59" fmla="*/ 2156730 w 4916043"/>
              <a:gd name="connsiteY1-60" fmla="*/ 0 h 4571046"/>
              <a:gd name="connsiteX2-61" fmla="*/ 4565761 w 4916043"/>
              <a:gd name="connsiteY2-62" fmla="*/ 721360 h 4571046"/>
              <a:gd name="connsiteX3-63" fmla="*/ 4916043 w 4916043"/>
              <a:gd name="connsiteY3-64" fmla="*/ 2803683 h 4571046"/>
              <a:gd name="connsiteX4-65" fmla="*/ 3570081 w 4916043"/>
              <a:gd name="connsiteY4-66" fmla="*/ 4571046 h 4571046"/>
              <a:gd name="connsiteX5-67" fmla="*/ 21098 w 4916043"/>
              <a:gd name="connsiteY5-68" fmla="*/ 3815142 h 4571046"/>
              <a:gd name="connsiteX6-69" fmla="*/ 0 w 4916043"/>
              <a:gd name="connsiteY6-70" fmla="*/ 1273587 h 4571046"/>
              <a:gd name="connsiteX0-71" fmla="*/ 0 w 4916043"/>
              <a:gd name="connsiteY0-72" fmla="*/ 1273587 h 5066346"/>
              <a:gd name="connsiteX1-73" fmla="*/ 2156730 w 4916043"/>
              <a:gd name="connsiteY1-74" fmla="*/ 0 h 5066346"/>
              <a:gd name="connsiteX2-75" fmla="*/ 4565761 w 4916043"/>
              <a:gd name="connsiteY2-76" fmla="*/ 721360 h 5066346"/>
              <a:gd name="connsiteX3-77" fmla="*/ 4916043 w 4916043"/>
              <a:gd name="connsiteY3-78" fmla="*/ 2803683 h 5066346"/>
              <a:gd name="connsiteX4-79" fmla="*/ 2236581 w 4916043"/>
              <a:gd name="connsiteY4-80" fmla="*/ 5066346 h 5066346"/>
              <a:gd name="connsiteX5-81" fmla="*/ 21098 w 4916043"/>
              <a:gd name="connsiteY5-82" fmla="*/ 3815142 h 5066346"/>
              <a:gd name="connsiteX6-83" fmla="*/ 0 w 4916043"/>
              <a:gd name="connsiteY6-84" fmla="*/ 1273587 h 5066346"/>
              <a:gd name="connsiteX0-85" fmla="*/ 0 w 4565761"/>
              <a:gd name="connsiteY0-86" fmla="*/ 1273587 h 5066346"/>
              <a:gd name="connsiteX1-87" fmla="*/ 2156730 w 4565761"/>
              <a:gd name="connsiteY1-88" fmla="*/ 0 h 5066346"/>
              <a:gd name="connsiteX2-89" fmla="*/ 4565761 w 4565761"/>
              <a:gd name="connsiteY2-90" fmla="*/ 721360 h 5066346"/>
              <a:gd name="connsiteX3-91" fmla="*/ 4405503 w 4565761"/>
              <a:gd name="connsiteY3-92" fmla="*/ 3801903 h 5066346"/>
              <a:gd name="connsiteX4-93" fmla="*/ 2236581 w 4565761"/>
              <a:gd name="connsiteY4-94" fmla="*/ 5066346 h 5066346"/>
              <a:gd name="connsiteX5-95" fmla="*/ 21098 w 4565761"/>
              <a:gd name="connsiteY5-96" fmla="*/ 3815142 h 5066346"/>
              <a:gd name="connsiteX6-97" fmla="*/ 0 w 4565761"/>
              <a:gd name="connsiteY6-98" fmla="*/ 1273587 h 5066346"/>
              <a:gd name="connsiteX0-99" fmla="*/ 0 w 4405503"/>
              <a:gd name="connsiteY0-100" fmla="*/ 1273587 h 5066346"/>
              <a:gd name="connsiteX1-101" fmla="*/ 2156730 w 4405503"/>
              <a:gd name="connsiteY1-102" fmla="*/ 0 h 5066346"/>
              <a:gd name="connsiteX2-103" fmla="*/ 4398121 w 4405503"/>
              <a:gd name="connsiteY2-104" fmla="*/ 1277620 h 5066346"/>
              <a:gd name="connsiteX3-105" fmla="*/ 4405503 w 4405503"/>
              <a:gd name="connsiteY3-106" fmla="*/ 3801903 h 5066346"/>
              <a:gd name="connsiteX4-107" fmla="*/ 2236581 w 4405503"/>
              <a:gd name="connsiteY4-108" fmla="*/ 5066346 h 5066346"/>
              <a:gd name="connsiteX5-109" fmla="*/ 21098 w 4405503"/>
              <a:gd name="connsiteY5-110" fmla="*/ 3815142 h 5066346"/>
              <a:gd name="connsiteX6-111" fmla="*/ 0 w 4405503"/>
              <a:gd name="connsiteY6-112" fmla="*/ 1273587 h 506634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51" name="Content placeholder 47" descr="Click icon to add picture"/>
          <p:cNvSpPr>
            <a:spLocks noGrp="1"/>
          </p:cNvSpPr>
          <p:nvPr>
            <p:ph type="body" sz="quarter" idx="63" hasCustomPrompt="1"/>
          </p:nvPr>
        </p:nvSpPr>
        <p:spPr>
          <a:xfrm>
            <a:off x="9309889" y="3775516"/>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2" name="Content placeholder 47"/>
          <p:cNvSpPr>
            <a:spLocks noGrp="1"/>
          </p:cNvSpPr>
          <p:nvPr>
            <p:ph type="body" sz="quarter" idx="64" hasCustomPrompt="1"/>
          </p:nvPr>
        </p:nvSpPr>
        <p:spPr>
          <a:xfrm>
            <a:off x="9309891" y="4312077"/>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55" name="Content placeholder 47"/>
          <p:cNvSpPr>
            <a:spLocks noGrp="1"/>
          </p:cNvSpPr>
          <p:nvPr>
            <p:ph type="pic" sz="quarter" idx="71"/>
          </p:nvPr>
        </p:nvSpPr>
        <p:spPr>
          <a:xfrm>
            <a:off x="4269796" y="5153614"/>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1" fmla="*/ 0 w 4816475"/>
              <a:gd name="connsiteY0-2" fmla="*/ 2407443 h 4814886"/>
              <a:gd name="connsiteX1-3" fmla="*/ 2199402 w 4816475"/>
              <a:gd name="connsiteY1-4" fmla="*/ 243840 h 4814886"/>
              <a:gd name="connsiteX2-5" fmla="*/ 3612753 w 4816475"/>
              <a:gd name="connsiteY2-6" fmla="*/ 0 h 4814886"/>
              <a:gd name="connsiteX3-7" fmla="*/ 4816475 w 4816475"/>
              <a:gd name="connsiteY3-8" fmla="*/ 2407443 h 4814886"/>
              <a:gd name="connsiteX4-9" fmla="*/ 3612753 w 4816475"/>
              <a:gd name="connsiteY4-10" fmla="*/ 4814886 h 4814886"/>
              <a:gd name="connsiteX5-11" fmla="*/ 1203722 w 4816475"/>
              <a:gd name="connsiteY5-12" fmla="*/ 4814886 h 4814886"/>
              <a:gd name="connsiteX6-13" fmla="*/ 0 w 4816475"/>
              <a:gd name="connsiteY6-14" fmla="*/ 2407443 h 4814886"/>
              <a:gd name="connsiteX0-15" fmla="*/ 0 w 4816475"/>
              <a:gd name="connsiteY0-16" fmla="*/ 2163603 h 4571046"/>
              <a:gd name="connsiteX1-17" fmla="*/ 2199402 w 4816475"/>
              <a:gd name="connsiteY1-18" fmla="*/ 0 h 4571046"/>
              <a:gd name="connsiteX2-19" fmla="*/ 4608433 w 4816475"/>
              <a:gd name="connsiteY2-20" fmla="*/ 721360 h 4571046"/>
              <a:gd name="connsiteX3-21" fmla="*/ 4816475 w 4816475"/>
              <a:gd name="connsiteY3-22" fmla="*/ 2163603 h 4571046"/>
              <a:gd name="connsiteX4-23" fmla="*/ 3612753 w 4816475"/>
              <a:gd name="connsiteY4-24" fmla="*/ 4571046 h 4571046"/>
              <a:gd name="connsiteX5-25" fmla="*/ 1203722 w 4816475"/>
              <a:gd name="connsiteY5-26" fmla="*/ 4571046 h 4571046"/>
              <a:gd name="connsiteX6-27" fmla="*/ 0 w 4816475"/>
              <a:gd name="connsiteY6-28" fmla="*/ 2163603 h 4571046"/>
              <a:gd name="connsiteX0-29" fmla="*/ 0 w 4958715"/>
              <a:gd name="connsiteY0-30" fmla="*/ 2163603 h 4571046"/>
              <a:gd name="connsiteX1-31" fmla="*/ 2199402 w 4958715"/>
              <a:gd name="connsiteY1-32" fmla="*/ 0 h 4571046"/>
              <a:gd name="connsiteX2-33" fmla="*/ 4608433 w 4958715"/>
              <a:gd name="connsiteY2-34" fmla="*/ 721360 h 4571046"/>
              <a:gd name="connsiteX3-35" fmla="*/ 4958715 w 4958715"/>
              <a:gd name="connsiteY3-36" fmla="*/ 2803683 h 4571046"/>
              <a:gd name="connsiteX4-37" fmla="*/ 3612753 w 4958715"/>
              <a:gd name="connsiteY4-38" fmla="*/ 4571046 h 4571046"/>
              <a:gd name="connsiteX5-39" fmla="*/ 1203722 w 4958715"/>
              <a:gd name="connsiteY5-40" fmla="*/ 4571046 h 4571046"/>
              <a:gd name="connsiteX6-41" fmla="*/ 0 w 4958715"/>
              <a:gd name="connsiteY6-42" fmla="*/ 2163603 h 4571046"/>
              <a:gd name="connsiteX0-43" fmla="*/ 0 w 4916043"/>
              <a:gd name="connsiteY0-44" fmla="*/ 1273587 h 4571046"/>
              <a:gd name="connsiteX1-45" fmla="*/ 2156730 w 4916043"/>
              <a:gd name="connsiteY1-46" fmla="*/ 0 h 4571046"/>
              <a:gd name="connsiteX2-47" fmla="*/ 4565761 w 4916043"/>
              <a:gd name="connsiteY2-48" fmla="*/ 721360 h 4571046"/>
              <a:gd name="connsiteX3-49" fmla="*/ 4916043 w 4916043"/>
              <a:gd name="connsiteY3-50" fmla="*/ 2803683 h 4571046"/>
              <a:gd name="connsiteX4-51" fmla="*/ 3570081 w 4916043"/>
              <a:gd name="connsiteY4-52" fmla="*/ 4571046 h 4571046"/>
              <a:gd name="connsiteX5-53" fmla="*/ 1161050 w 4916043"/>
              <a:gd name="connsiteY5-54" fmla="*/ 4571046 h 4571046"/>
              <a:gd name="connsiteX6-55" fmla="*/ 0 w 4916043"/>
              <a:gd name="connsiteY6-56" fmla="*/ 1273587 h 4571046"/>
              <a:gd name="connsiteX0-57" fmla="*/ 0 w 4916043"/>
              <a:gd name="connsiteY0-58" fmla="*/ 1273587 h 4571046"/>
              <a:gd name="connsiteX1-59" fmla="*/ 2156730 w 4916043"/>
              <a:gd name="connsiteY1-60" fmla="*/ 0 h 4571046"/>
              <a:gd name="connsiteX2-61" fmla="*/ 4565761 w 4916043"/>
              <a:gd name="connsiteY2-62" fmla="*/ 721360 h 4571046"/>
              <a:gd name="connsiteX3-63" fmla="*/ 4916043 w 4916043"/>
              <a:gd name="connsiteY3-64" fmla="*/ 2803683 h 4571046"/>
              <a:gd name="connsiteX4-65" fmla="*/ 3570081 w 4916043"/>
              <a:gd name="connsiteY4-66" fmla="*/ 4571046 h 4571046"/>
              <a:gd name="connsiteX5-67" fmla="*/ 21098 w 4916043"/>
              <a:gd name="connsiteY5-68" fmla="*/ 3815142 h 4571046"/>
              <a:gd name="connsiteX6-69" fmla="*/ 0 w 4916043"/>
              <a:gd name="connsiteY6-70" fmla="*/ 1273587 h 4571046"/>
              <a:gd name="connsiteX0-71" fmla="*/ 0 w 4916043"/>
              <a:gd name="connsiteY0-72" fmla="*/ 1273587 h 5066346"/>
              <a:gd name="connsiteX1-73" fmla="*/ 2156730 w 4916043"/>
              <a:gd name="connsiteY1-74" fmla="*/ 0 h 5066346"/>
              <a:gd name="connsiteX2-75" fmla="*/ 4565761 w 4916043"/>
              <a:gd name="connsiteY2-76" fmla="*/ 721360 h 5066346"/>
              <a:gd name="connsiteX3-77" fmla="*/ 4916043 w 4916043"/>
              <a:gd name="connsiteY3-78" fmla="*/ 2803683 h 5066346"/>
              <a:gd name="connsiteX4-79" fmla="*/ 2236581 w 4916043"/>
              <a:gd name="connsiteY4-80" fmla="*/ 5066346 h 5066346"/>
              <a:gd name="connsiteX5-81" fmla="*/ 21098 w 4916043"/>
              <a:gd name="connsiteY5-82" fmla="*/ 3815142 h 5066346"/>
              <a:gd name="connsiteX6-83" fmla="*/ 0 w 4916043"/>
              <a:gd name="connsiteY6-84" fmla="*/ 1273587 h 5066346"/>
              <a:gd name="connsiteX0-85" fmla="*/ 0 w 4565761"/>
              <a:gd name="connsiteY0-86" fmla="*/ 1273587 h 5066346"/>
              <a:gd name="connsiteX1-87" fmla="*/ 2156730 w 4565761"/>
              <a:gd name="connsiteY1-88" fmla="*/ 0 h 5066346"/>
              <a:gd name="connsiteX2-89" fmla="*/ 4565761 w 4565761"/>
              <a:gd name="connsiteY2-90" fmla="*/ 721360 h 5066346"/>
              <a:gd name="connsiteX3-91" fmla="*/ 4405503 w 4565761"/>
              <a:gd name="connsiteY3-92" fmla="*/ 3801903 h 5066346"/>
              <a:gd name="connsiteX4-93" fmla="*/ 2236581 w 4565761"/>
              <a:gd name="connsiteY4-94" fmla="*/ 5066346 h 5066346"/>
              <a:gd name="connsiteX5-95" fmla="*/ 21098 w 4565761"/>
              <a:gd name="connsiteY5-96" fmla="*/ 3815142 h 5066346"/>
              <a:gd name="connsiteX6-97" fmla="*/ 0 w 4565761"/>
              <a:gd name="connsiteY6-98" fmla="*/ 1273587 h 5066346"/>
              <a:gd name="connsiteX0-99" fmla="*/ 0 w 4405503"/>
              <a:gd name="connsiteY0-100" fmla="*/ 1273587 h 5066346"/>
              <a:gd name="connsiteX1-101" fmla="*/ 2156730 w 4405503"/>
              <a:gd name="connsiteY1-102" fmla="*/ 0 h 5066346"/>
              <a:gd name="connsiteX2-103" fmla="*/ 4398121 w 4405503"/>
              <a:gd name="connsiteY2-104" fmla="*/ 1277620 h 5066346"/>
              <a:gd name="connsiteX3-105" fmla="*/ 4405503 w 4405503"/>
              <a:gd name="connsiteY3-106" fmla="*/ 3801903 h 5066346"/>
              <a:gd name="connsiteX4-107" fmla="*/ 2236581 w 4405503"/>
              <a:gd name="connsiteY4-108" fmla="*/ 5066346 h 5066346"/>
              <a:gd name="connsiteX5-109" fmla="*/ 21098 w 4405503"/>
              <a:gd name="connsiteY5-110" fmla="*/ 3815142 h 5066346"/>
              <a:gd name="connsiteX6-111" fmla="*/ 0 w 4405503"/>
              <a:gd name="connsiteY6-112" fmla="*/ 1273587 h 506634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53" name="Content placeholder 47" descr="Click icon to add picture"/>
          <p:cNvSpPr>
            <a:spLocks noGrp="1"/>
          </p:cNvSpPr>
          <p:nvPr>
            <p:ph type="body" sz="quarter" idx="65" hasCustomPrompt="1"/>
          </p:nvPr>
        </p:nvSpPr>
        <p:spPr>
          <a:xfrm>
            <a:off x="5520210" y="5369449"/>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8" name="Content placeholder 47"/>
          <p:cNvSpPr>
            <a:spLocks noGrp="1"/>
          </p:cNvSpPr>
          <p:nvPr>
            <p:ph type="body" sz="quarter" idx="66" hasCustomPrompt="1"/>
          </p:nvPr>
        </p:nvSpPr>
        <p:spPr>
          <a:xfrm>
            <a:off x="5520211" y="5901594"/>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3" name="Content placeholder 47"/>
          <p:cNvSpPr>
            <a:spLocks noGrp="1"/>
          </p:cNvSpPr>
          <p:nvPr>
            <p:ph type="pic" sz="quarter" idx="75"/>
          </p:nvPr>
        </p:nvSpPr>
        <p:spPr>
          <a:xfrm>
            <a:off x="8059916" y="5153614"/>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1" fmla="*/ 0 w 4816475"/>
              <a:gd name="connsiteY0-2" fmla="*/ 2407443 h 4814886"/>
              <a:gd name="connsiteX1-3" fmla="*/ 2199402 w 4816475"/>
              <a:gd name="connsiteY1-4" fmla="*/ 243840 h 4814886"/>
              <a:gd name="connsiteX2-5" fmla="*/ 3612753 w 4816475"/>
              <a:gd name="connsiteY2-6" fmla="*/ 0 h 4814886"/>
              <a:gd name="connsiteX3-7" fmla="*/ 4816475 w 4816475"/>
              <a:gd name="connsiteY3-8" fmla="*/ 2407443 h 4814886"/>
              <a:gd name="connsiteX4-9" fmla="*/ 3612753 w 4816475"/>
              <a:gd name="connsiteY4-10" fmla="*/ 4814886 h 4814886"/>
              <a:gd name="connsiteX5-11" fmla="*/ 1203722 w 4816475"/>
              <a:gd name="connsiteY5-12" fmla="*/ 4814886 h 4814886"/>
              <a:gd name="connsiteX6-13" fmla="*/ 0 w 4816475"/>
              <a:gd name="connsiteY6-14" fmla="*/ 2407443 h 4814886"/>
              <a:gd name="connsiteX0-15" fmla="*/ 0 w 4816475"/>
              <a:gd name="connsiteY0-16" fmla="*/ 2163603 h 4571046"/>
              <a:gd name="connsiteX1-17" fmla="*/ 2199402 w 4816475"/>
              <a:gd name="connsiteY1-18" fmla="*/ 0 h 4571046"/>
              <a:gd name="connsiteX2-19" fmla="*/ 4608433 w 4816475"/>
              <a:gd name="connsiteY2-20" fmla="*/ 721360 h 4571046"/>
              <a:gd name="connsiteX3-21" fmla="*/ 4816475 w 4816475"/>
              <a:gd name="connsiteY3-22" fmla="*/ 2163603 h 4571046"/>
              <a:gd name="connsiteX4-23" fmla="*/ 3612753 w 4816475"/>
              <a:gd name="connsiteY4-24" fmla="*/ 4571046 h 4571046"/>
              <a:gd name="connsiteX5-25" fmla="*/ 1203722 w 4816475"/>
              <a:gd name="connsiteY5-26" fmla="*/ 4571046 h 4571046"/>
              <a:gd name="connsiteX6-27" fmla="*/ 0 w 4816475"/>
              <a:gd name="connsiteY6-28" fmla="*/ 2163603 h 4571046"/>
              <a:gd name="connsiteX0-29" fmla="*/ 0 w 4958715"/>
              <a:gd name="connsiteY0-30" fmla="*/ 2163603 h 4571046"/>
              <a:gd name="connsiteX1-31" fmla="*/ 2199402 w 4958715"/>
              <a:gd name="connsiteY1-32" fmla="*/ 0 h 4571046"/>
              <a:gd name="connsiteX2-33" fmla="*/ 4608433 w 4958715"/>
              <a:gd name="connsiteY2-34" fmla="*/ 721360 h 4571046"/>
              <a:gd name="connsiteX3-35" fmla="*/ 4958715 w 4958715"/>
              <a:gd name="connsiteY3-36" fmla="*/ 2803683 h 4571046"/>
              <a:gd name="connsiteX4-37" fmla="*/ 3612753 w 4958715"/>
              <a:gd name="connsiteY4-38" fmla="*/ 4571046 h 4571046"/>
              <a:gd name="connsiteX5-39" fmla="*/ 1203722 w 4958715"/>
              <a:gd name="connsiteY5-40" fmla="*/ 4571046 h 4571046"/>
              <a:gd name="connsiteX6-41" fmla="*/ 0 w 4958715"/>
              <a:gd name="connsiteY6-42" fmla="*/ 2163603 h 4571046"/>
              <a:gd name="connsiteX0-43" fmla="*/ 0 w 4916043"/>
              <a:gd name="connsiteY0-44" fmla="*/ 1273587 h 4571046"/>
              <a:gd name="connsiteX1-45" fmla="*/ 2156730 w 4916043"/>
              <a:gd name="connsiteY1-46" fmla="*/ 0 h 4571046"/>
              <a:gd name="connsiteX2-47" fmla="*/ 4565761 w 4916043"/>
              <a:gd name="connsiteY2-48" fmla="*/ 721360 h 4571046"/>
              <a:gd name="connsiteX3-49" fmla="*/ 4916043 w 4916043"/>
              <a:gd name="connsiteY3-50" fmla="*/ 2803683 h 4571046"/>
              <a:gd name="connsiteX4-51" fmla="*/ 3570081 w 4916043"/>
              <a:gd name="connsiteY4-52" fmla="*/ 4571046 h 4571046"/>
              <a:gd name="connsiteX5-53" fmla="*/ 1161050 w 4916043"/>
              <a:gd name="connsiteY5-54" fmla="*/ 4571046 h 4571046"/>
              <a:gd name="connsiteX6-55" fmla="*/ 0 w 4916043"/>
              <a:gd name="connsiteY6-56" fmla="*/ 1273587 h 4571046"/>
              <a:gd name="connsiteX0-57" fmla="*/ 0 w 4916043"/>
              <a:gd name="connsiteY0-58" fmla="*/ 1273587 h 4571046"/>
              <a:gd name="connsiteX1-59" fmla="*/ 2156730 w 4916043"/>
              <a:gd name="connsiteY1-60" fmla="*/ 0 h 4571046"/>
              <a:gd name="connsiteX2-61" fmla="*/ 4565761 w 4916043"/>
              <a:gd name="connsiteY2-62" fmla="*/ 721360 h 4571046"/>
              <a:gd name="connsiteX3-63" fmla="*/ 4916043 w 4916043"/>
              <a:gd name="connsiteY3-64" fmla="*/ 2803683 h 4571046"/>
              <a:gd name="connsiteX4-65" fmla="*/ 3570081 w 4916043"/>
              <a:gd name="connsiteY4-66" fmla="*/ 4571046 h 4571046"/>
              <a:gd name="connsiteX5-67" fmla="*/ 21098 w 4916043"/>
              <a:gd name="connsiteY5-68" fmla="*/ 3815142 h 4571046"/>
              <a:gd name="connsiteX6-69" fmla="*/ 0 w 4916043"/>
              <a:gd name="connsiteY6-70" fmla="*/ 1273587 h 4571046"/>
              <a:gd name="connsiteX0-71" fmla="*/ 0 w 4916043"/>
              <a:gd name="connsiteY0-72" fmla="*/ 1273587 h 5066346"/>
              <a:gd name="connsiteX1-73" fmla="*/ 2156730 w 4916043"/>
              <a:gd name="connsiteY1-74" fmla="*/ 0 h 5066346"/>
              <a:gd name="connsiteX2-75" fmla="*/ 4565761 w 4916043"/>
              <a:gd name="connsiteY2-76" fmla="*/ 721360 h 5066346"/>
              <a:gd name="connsiteX3-77" fmla="*/ 4916043 w 4916043"/>
              <a:gd name="connsiteY3-78" fmla="*/ 2803683 h 5066346"/>
              <a:gd name="connsiteX4-79" fmla="*/ 2236581 w 4916043"/>
              <a:gd name="connsiteY4-80" fmla="*/ 5066346 h 5066346"/>
              <a:gd name="connsiteX5-81" fmla="*/ 21098 w 4916043"/>
              <a:gd name="connsiteY5-82" fmla="*/ 3815142 h 5066346"/>
              <a:gd name="connsiteX6-83" fmla="*/ 0 w 4916043"/>
              <a:gd name="connsiteY6-84" fmla="*/ 1273587 h 5066346"/>
              <a:gd name="connsiteX0-85" fmla="*/ 0 w 4565761"/>
              <a:gd name="connsiteY0-86" fmla="*/ 1273587 h 5066346"/>
              <a:gd name="connsiteX1-87" fmla="*/ 2156730 w 4565761"/>
              <a:gd name="connsiteY1-88" fmla="*/ 0 h 5066346"/>
              <a:gd name="connsiteX2-89" fmla="*/ 4565761 w 4565761"/>
              <a:gd name="connsiteY2-90" fmla="*/ 721360 h 5066346"/>
              <a:gd name="connsiteX3-91" fmla="*/ 4405503 w 4565761"/>
              <a:gd name="connsiteY3-92" fmla="*/ 3801903 h 5066346"/>
              <a:gd name="connsiteX4-93" fmla="*/ 2236581 w 4565761"/>
              <a:gd name="connsiteY4-94" fmla="*/ 5066346 h 5066346"/>
              <a:gd name="connsiteX5-95" fmla="*/ 21098 w 4565761"/>
              <a:gd name="connsiteY5-96" fmla="*/ 3815142 h 5066346"/>
              <a:gd name="connsiteX6-97" fmla="*/ 0 w 4565761"/>
              <a:gd name="connsiteY6-98" fmla="*/ 1273587 h 5066346"/>
              <a:gd name="connsiteX0-99" fmla="*/ 0 w 4405503"/>
              <a:gd name="connsiteY0-100" fmla="*/ 1273587 h 5066346"/>
              <a:gd name="connsiteX1-101" fmla="*/ 2156730 w 4405503"/>
              <a:gd name="connsiteY1-102" fmla="*/ 0 h 5066346"/>
              <a:gd name="connsiteX2-103" fmla="*/ 4398121 w 4405503"/>
              <a:gd name="connsiteY2-104" fmla="*/ 1277620 h 5066346"/>
              <a:gd name="connsiteX3-105" fmla="*/ 4405503 w 4405503"/>
              <a:gd name="connsiteY3-106" fmla="*/ 3801903 h 5066346"/>
              <a:gd name="connsiteX4-107" fmla="*/ 2236581 w 4405503"/>
              <a:gd name="connsiteY4-108" fmla="*/ 5066346 h 5066346"/>
              <a:gd name="connsiteX5-109" fmla="*/ 21098 w 4405503"/>
              <a:gd name="connsiteY5-110" fmla="*/ 3815142 h 5066346"/>
              <a:gd name="connsiteX6-111" fmla="*/ 0 w 4405503"/>
              <a:gd name="connsiteY6-112" fmla="*/ 1273587 h 506634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59" name="Content placeholder 47" descr="Click icon to add picture"/>
          <p:cNvSpPr>
            <a:spLocks noGrp="1"/>
          </p:cNvSpPr>
          <p:nvPr>
            <p:ph type="body" sz="quarter" idx="67" hasCustomPrompt="1"/>
          </p:nvPr>
        </p:nvSpPr>
        <p:spPr>
          <a:xfrm>
            <a:off x="9313612" y="5369449"/>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60" name="Content placeholder 47"/>
          <p:cNvSpPr>
            <a:spLocks noGrp="1"/>
          </p:cNvSpPr>
          <p:nvPr>
            <p:ph type="body" sz="quarter" idx="68" hasCustomPrompt="1"/>
          </p:nvPr>
        </p:nvSpPr>
        <p:spPr>
          <a:xfrm>
            <a:off x="9309891" y="5901594"/>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5" name="Footer Placeholder 4"/>
          <p:cNvSpPr>
            <a:spLocks noGrp="1"/>
          </p:cNvSpPr>
          <p:nvPr>
            <p:ph type="ftr" sz="quarter" idx="76"/>
          </p:nvPr>
        </p:nvSpPr>
        <p:spPr/>
        <p:txBody>
          <a:bodyPr>
            <a:noAutofit/>
          </a:bodyPr>
          <a:lstStyle>
            <a:lvl1pPr>
              <a:defRPr>
                <a:solidFill>
                  <a:schemeClr val="accent6"/>
                </a:solidFill>
              </a:defRPr>
            </a:lvl1pPr>
          </a:lstStyle>
          <a:p>
            <a:r>
              <a:rPr lang="en-US"/>
              <a:t>Presentation title</a:t>
            </a:r>
            <a:endParaRPr lang="en-US" dirty="0"/>
          </a:p>
        </p:txBody>
      </p:sp>
      <p:sp>
        <p:nvSpPr>
          <p:cNvPr id="6" name="Slide Number Placeholder 5"/>
          <p:cNvSpPr>
            <a:spLocks noGrp="1"/>
          </p:cNvSpPr>
          <p:nvPr>
            <p:ph type="sldNum" sz="quarter" idx="77"/>
          </p:nvPr>
        </p:nvSpPr>
        <p:spPr/>
        <p:txBody>
          <a:bodyPr>
            <a:noAutofit/>
          </a:bodyPr>
          <a:lstStyle>
            <a:lvl1pPr>
              <a:defRPr b="0">
                <a:solidFill>
                  <a:schemeClr val="accent6"/>
                </a:solidFill>
              </a:defRPr>
            </a:lvl1pPr>
          </a:lstStyle>
          <a:p>
            <a:fld id="{47FEACEE-25B4-4A2D-B147-27296E36371D}" type="slidenum">
              <a:rPr lang="en-US" altLang="zh-CN" smtClean="0"/>
              <a:t>‹#›</a:t>
            </a:fld>
            <a:endParaRPr lang="en-US" altLang="zh-CN"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 Column with Icons">
    <p:spTree>
      <p:nvGrpSpPr>
        <p:cNvPr id="1" name=""/>
        <p:cNvGrpSpPr/>
        <p:nvPr/>
      </p:nvGrpSpPr>
      <p:grpSpPr>
        <a:xfrm>
          <a:off x="0" y="0"/>
          <a:ext cx="0" cy="0"/>
          <a:chOff x="0" y="0"/>
          <a:chExt cx="0" cy="0"/>
        </a:xfrm>
      </p:grpSpPr>
      <p:sp>
        <p:nvSpPr>
          <p:cNvPr id="4" name="Freeform: Shape 6"/>
          <p:cNvSpPr/>
          <p:nvPr userDrawn="1"/>
        </p:nvSpPr>
        <p:spPr>
          <a:xfrm>
            <a:off x="2121636" y="2070606"/>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5" name="Freeform: Shape 7"/>
          <p:cNvSpPr/>
          <p:nvPr userDrawn="1"/>
        </p:nvSpPr>
        <p:spPr>
          <a:xfrm>
            <a:off x="4174867" y="207344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6" name="Freeform: Shape 8"/>
          <p:cNvSpPr/>
          <p:nvPr userDrawn="1"/>
        </p:nvSpPr>
        <p:spPr>
          <a:xfrm>
            <a:off x="6308379" y="206452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7" name="Freeform: Shape 9"/>
          <p:cNvSpPr/>
          <p:nvPr userDrawn="1"/>
        </p:nvSpPr>
        <p:spPr>
          <a:xfrm>
            <a:off x="8407152" y="206898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31" name="Content placeholder 47" descr="Click icon to add picture"/>
          <p:cNvSpPr>
            <a:spLocks noGrp="1"/>
          </p:cNvSpPr>
          <p:nvPr>
            <p:ph type="body" sz="quarter" idx="27" hasCustomPrompt="1"/>
          </p:nvPr>
        </p:nvSpPr>
        <p:spPr>
          <a:xfrm>
            <a:off x="821770"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2" name="Content placeholder 47"/>
          <p:cNvSpPr>
            <a:spLocks noGrp="1"/>
          </p:cNvSpPr>
          <p:nvPr>
            <p:ph type="body" sz="quarter" idx="28" hasCustomPrompt="1"/>
          </p:nvPr>
        </p:nvSpPr>
        <p:spPr>
          <a:xfrm>
            <a:off x="912627"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3" name="Content placeholder 47" descr="Click icon to add picture"/>
          <p:cNvSpPr>
            <a:spLocks noGrp="1"/>
          </p:cNvSpPr>
          <p:nvPr>
            <p:ph type="body" sz="quarter" idx="49" hasCustomPrompt="1"/>
          </p:nvPr>
        </p:nvSpPr>
        <p:spPr>
          <a:xfrm>
            <a:off x="2888314"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4" name="Content placeholder 47"/>
          <p:cNvSpPr>
            <a:spLocks noGrp="1"/>
          </p:cNvSpPr>
          <p:nvPr>
            <p:ph type="body" sz="quarter" idx="50" hasCustomPrompt="1"/>
          </p:nvPr>
        </p:nvSpPr>
        <p:spPr>
          <a:xfrm>
            <a:off x="2979171"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5" name="Content placeholder 47" descr="Click icon to add picture"/>
          <p:cNvSpPr>
            <a:spLocks noGrp="1"/>
          </p:cNvSpPr>
          <p:nvPr>
            <p:ph type="body" sz="quarter" idx="51" hasCustomPrompt="1"/>
          </p:nvPr>
        </p:nvSpPr>
        <p:spPr>
          <a:xfrm>
            <a:off x="5073898"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6" name="Content placeholder 47"/>
          <p:cNvSpPr>
            <a:spLocks noGrp="1"/>
          </p:cNvSpPr>
          <p:nvPr>
            <p:ph type="body" sz="quarter" idx="52" hasCustomPrompt="1"/>
          </p:nvPr>
        </p:nvSpPr>
        <p:spPr>
          <a:xfrm>
            <a:off x="5164755"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7" name="Content placeholder 47" descr="Click icon to add picture"/>
          <p:cNvSpPr>
            <a:spLocks noGrp="1"/>
          </p:cNvSpPr>
          <p:nvPr>
            <p:ph type="body" sz="quarter" idx="53" hasCustomPrompt="1"/>
          </p:nvPr>
        </p:nvSpPr>
        <p:spPr>
          <a:xfrm>
            <a:off x="7259482"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8" name="Content placeholder 47"/>
          <p:cNvSpPr>
            <a:spLocks noGrp="1"/>
          </p:cNvSpPr>
          <p:nvPr>
            <p:ph type="body" sz="quarter" idx="54" hasCustomPrompt="1"/>
          </p:nvPr>
        </p:nvSpPr>
        <p:spPr>
          <a:xfrm>
            <a:off x="7350339"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9" name="Content placeholder 47" descr="Click icon to add picture"/>
          <p:cNvSpPr>
            <a:spLocks noGrp="1"/>
          </p:cNvSpPr>
          <p:nvPr>
            <p:ph type="body" sz="quarter" idx="55" hasCustomPrompt="1"/>
          </p:nvPr>
        </p:nvSpPr>
        <p:spPr>
          <a:xfrm>
            <a:off x="9445066"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0" name="Content placeholder 47"/>
          <p:cNvSpPr>
            <a:spLocks noGrp="1"/>
          </p:cNvSpPr>
          <p:nvPr>
            <p:ph type="body" sz="quarter" idx="56" hasCustomPrompt="1"/>
          </p:nvPr>
        </p:nvSpPr>
        <p:spPr>
          <a:xfrm>
            <a:off x="9535923"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41" name="Content placeholder 47"/>
          <p:cNvSpPr>
            <a:spLocks noGrp="1"/>
          </p:cNvSpPr>
          <p:nvPr>
            <p:ph type="pic" sz="quarter" idx="57"/>
          </p:nvPr>
        </p:nvSpPr>
        <p:spPr>
          <a:xfrm>
            <a:off x="983282"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1" fmla="*/ 0 w 4816475"/>
              <a:gd name="connsiteY0-2" fmla="*/ 2407443 h 4814886"/>
              <a:gd name="connsiteX1-3" fmla="*/ 2199402 w 4816475"/>
              <a:gd name="connsiteY1-4" fmla="*/ 243840 h 4814886"/>
              <a:gd name="connsiteX2-5" fmla="*/ 3612753 w 4816475"/>
              <a:gd name="connsiteY2-6" fmla="*/ 0 h 4814886"/>
              <a:gd name="connsiteX3-7" fmla="*/ 4816475 w 4816475"/>
              <a:gd name="connsiteY3-8" fmla="*/ 2407443 h 4814886"/>
              <a:gd name="connsiteX4-9" fmla="*/ 3612753 w 4816475"/>
              <a:gd name="connsiteY4-10" fmla="*/ 4814886 h 4814886"/>
              <a:gd name="connsiteX5-11" fmla="*/ 1203722 w 4816475"/>
              <a:gd name="connsiteY5-12" fmla="*/ 4814886 h 4814886"/>
              <a:gd name="connsiteX6-13" fmla="*/ 0 w 4816475"/>
              <a:gd name="connsiteY6-14" fmla="*/ 2407443 h 4814886"/>
              <a:gd name="connsiteX0-15" fmla="*/ 0 w 4816475"/>
              <a:gd name="connsiteY0-16" fmla="*/ 2163603 h 4571046"/>
              <a:gd name="connsiteX1-17" fmla="*/ 2199402 w 4816475"/>
              <a:gd name="connsiteY1-18" fmla="*/ 0 h 4571046"/>
              <a:gd name="connsiteX2-19" fmla="*/ 4608433 w 4816475"/>
              <a:gd name="connsiteY2-20" fmla="*/ 721360 h 4571046"/>
              <a:gd name="connsiteX3-21" fmla="*/ 4816475 w 4816475"/>
              <a:gd name="connsiteY3-22" fmla="*/ 2163603 h 4571046"/>
              <a:gd name="connsiteX4-23" fmla="*/ 3612753 w 4816475"/>
              <a:gd name="connsiteY4-24" fmla="*/ 4571046 h 4571046"/>
              <a:gd name="connsiteX5-25" fmla="*/ 1203722 w 4816475"/>
              <a:gd name="connsiteY5-26" fmla="*/ 4571046 h 4571046"/>
              <a:gd name="connsiteX6-27" fmla="*/ 0 w 4816475"/>
              <a:gd name="connsiteY6-28" fmla="*/ 2163603 h 4571046"/>
              <a:gd name="connsiteX0-29" fmla="*/ 0 w 4958715"/>
              <a:gd name="connsiteY0-30" fmla="*/ 2163603 h 4571046"/>
              <a:gd name="connsiteX1-31" fmla="*/ 2199402 w 4958715"/>
              <a:gd name="connsiteY1-32" fmla="*/ 0 h 4571046"/>
              <a:gd name="connsiteX2-33" fmla="*/ 4608433 w 4958715"/>
              <a:gd name="connsiteY2-34" fmla="*/ 721360 h 4571046"/>
              <a:gd name="connsiteX3-35" fmla="*/ 4958715 w 4958715"/>
              <a:gd name="connsiteY3-36" fmla="*/ 2803683 h 4571046"/>
              <a:gd name="connsiteX4-37" fmla="*/ 3612753 w 4958715"/>
              <a:gd name="connsiteY4-38" fmla="*/ 4571046 h 4571046"/>
              <a:gd name="connsiteX5-39" fmla="*/ 1203722 w 4958715"/>
              <a:gd name="connsiteY5-40" fmla="*/ 4571046 h 4571046"/>
              <a:gd name="connsiteX6-41" fmla="*/ 0 w 4958715"/>
              <a:gd name="connsiteY6-42" fmla="*/ 2163603 h 4571046"/>
              <a:gd name="connsiteX0-43" fmla="*/ 0 w 4916043"/>
              <a:gd name="connsiteY0-44" fmla="*/ 1273587 h 4571046"/>
              <a:gd name="connsiteX1-45" fmla="*/ 2156730 w 4916043"/>
              <a:gd name="connsiteY1-46" fmla="*/ 0 h 4571046"/>
              <a:gd name="connsiteX2-47" fmla="*/ 4565761 w 4916043"/>
              <a:gd name="connsiteY2-48" fmla="*/ 721360 h 4571046"/>
              <a:gd name="connsiteX3-49" fmla="*/ 4916043 w 4916043"/>
              <a:gd name="connsiteY3-50" fmla="*/ 2803683 h 4571046"/>
              <a:gd name="connsiteX4-51" fmla="*/ 3570081 w 4916043"/>
              <a:gd name="connsiteY4-52" fmla="*/ 4571046 h 4571046"/>
              <a:gd name="connsiteX5-53" fmla="*/ 1161050 w 4916043"/>
              <a:gd name="connsiteY5-54" fmla="*/ 4571046 h 4571046"/>
              <a:gd name="connsiteX6-55" fmla="*/ 0 w 4916043"/>
              <a:gd name="connsiteY6-56" fmla="*/ 1273587 h 4571046"/>
              <a:gd name="connsiteX0-57" fmla="*/ 0 w 4916043"/>
              <a:gd name="connsiteY0-58" fmla="*/ 1273587 h 4571046"/>
              <a:gd name="connsiteX1-59" fmla="*/ 2156730 w 4916043"/>
              <a:gd name="connsiteY1-60" fmla="*/ 0 h 4571046"/>
              <a:gd name="connsiteX2-61" fmla="*/ 4565761 w 4916043"/>
              <a:gd name="connsiteY2-62" fmla="*/ 721360 h 4571046"/>
              <a:gd name="connsiteX3-63" fmla="*/ 4916043 w 4916043"/>
              <a:gd name="connsiteY3-64" fmla="*/ 2803683 h 4571046"/>
              <a:gd name="connsiteX4-65" fmla="*/ 3570081 w 4916043"/>
              <a:gd name="connsiteY4-66" fmla="*/ 4571046 h 4571046"/>
              <a:gd name="connsiteX5-67" fmla="*/ 21098 w 4916043"/>
              <a:gd name="connsiteY5-68" fmla="*/ 3815142 h 4571046"/>
              <a:gd name="connsiteX6-69" fmla="*/ 0 w 4916043"/>
              <a:gd name="connsiteY6-70" fmla="*/ 1273587 h 4571046"/>
              <a:gd name="connsiteX0-71" fmla="*/ 0 w 4916043"/>
              <a:gd name="connsiteY0-72" fmla="*/ 1273587 h 5066346"/>
              <a:gd name="connsiteX1-73" fmla="*/ 2156730 w 4916043"/>
              <a:gd name="connsiteY1-74" fmla="*/ 0 h 5066346"/>
              <a:gd name="connsiteX2-75" fmla="*/ 4565761 w 4916043"/>
              <a:gd name="connsiteY2-76" fmla="*/ 721360 h 5066346"/>
              <a:gd name="connsiteX3-77" fmla="*/ 4916043 w 4916043"/>
              <a:gd name="connsiteY3-78" fmla="*/ 2803683 h 5066346"/>
              <a:gd name="connsiteX4-79" fmla="*/ 2236581 w 4916043"/>
              <a:gd name="connsiteY4-80" fmla="*/ 5066346 h 5066346"/>
              <a:gd name="connsiteX5-81" fmla="*/ 21098 w 4916043"/>
              <a:gd name="connsiteY5-82" fmla="*/ 3815142 h 5066346"/>
              <a:gd name="connsiteX6-83" fmla="*/ 0 w 4916043"/>
              <a:gd name="connsiteY6-84" fmla="*/ 1273587 h 5066346"/>
              <a:gd name="connsiteX0-85" fmla="*/ 0 w 4565761"/>
              <a:gd name="connsiteY0-86" fmla="*/ 1273587 h 5066346"/>
              <a:gd name="connsiteX1-87" fmla="*/ 2156730 w 4565761"/>
              <a:gd name="connsiteY1-88" fmla="*/ 0 h 5066346"/>
              <a:gd name="connsiteX2-89" fmla="*/ 4565761 w 4565761"/>
              <a:gd name="connsiteY2-90" fmla="*/ 721360 h 5066346"/>
              <a:gd name="connsiteX3-91" fmla="*/ 4405503 w 4565761"/>
              <a:gd name="connsiteY3-92" fmla="*/ 3801903 h 5066346"/>
              <a:gd name="connsiteX4-93" fmla="*/ 2236581 w 4565761"/>
              <a:gd name="connsiteY4-94" fmla="*/ 5066346 h 5066346"/>
              <a:gd name="connsiteX5-95" fmla="*/ 21098 w 4565761"/>
              <a:gd name="connsiteY5-96" fmla="*/ 3815142 h 5066346"/>
              <a:gd name="connsiteX6-97" fmla="*/ 0 w 4565761"/>
              <a:gd name="connsiteY6-98" fmla="*/ 1273587 h 5066346"/>
              <a:gd name="connsiteX0-99" fmla="*/ 0 w 4405503"/>
              <a:gd name="connsiteY0-100" fmla="*/ 1273587 h 5066346"/>
              <a:gd name="connsiteX1-101" fmla="*/ 2156730 w 4405503"/>
              <a:gd name="connsiteY1-102" fmla="*/ 0 h 5066346"/>
              <a:gd name="connsiteX2-103" fmla="*/ 4398121 w 4405503"/>
              <a:gd name="connsiteY2-104" fmla="*/ 1277620 h 5066346"/>
              <a:gd name="connsiteX3-105" fmla="*/ 4405503 w 4405503"/>
              <a:gd name="connsiteY3-106" fmla="*/ 3801903 h 5066346"/>
              <a:gd name="connsiteX4-107" fmla="*/ 2236581 w 4405503"/>
              <a:gd name="connsiteY4-108" fmla="*/ 5066346 h 5066346"/>
              <a:gd name="connsiteX5-109" fmla="*/ 21098 w 4405503"/>
              <a:gd name="connsiteY5-110" fmla="*/ 3815142 h 5066346"/>
              <a:gd name="connsiteX6-111" fmla="*/ 0 w 4405503"/>
              <a:gd name="connsiteY6-112" fmla="*/ 1273587 h 506634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2" name="Content placeholder 47"/>
          <p:cNvSpPr>
            <a:spLocks noGrp="1"/>
          </p:cNvSpPr>
          <p:nvPr>
            <p:ph type="pic" sz="quarter" idx="58"/>
          </p:nvPr>
        </p:nvSpPr>
        <p:spPr>
          <a:xfrm>
            <a:off x="3109346"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1" fmla="*/ 0 w 4816475"/>
              <a:gd name="connsiteY0-2" fmla="*/ 2407443 h 4814886"/>
              <a:gd name="connsiteX1-3" fmla="*/ 2199402 w 4816475"/>
              <a:gd name="connsiteY1-4" fmla="*/ 243840 h 4814886"/>
              <a:gd name="connsiteX2-5" fmla="*/ 3612753 w 4816475"/>
              <a:gd name="connsiteY2-6" fmla="*/ 0 h 4814886"/>
              <a:gd name="connsiteX3-7" fmla="*/ 4816475 w 4816475"/>
              <a:gd name="connsiteY3-8" fmla="*/ 2407443 h 4814886"/>
              <a:gd name="connsiteX4-9" fmla="*/ 3612753 w 4816475"/>
              <a:gd name="connsiteY4-10" fmla="*/ 4814886 h 4814886"/>
              <a:gd name="connsiteX5-11" fmla="*/ 1203722 w 4816475"/>
              <a:gd name="connsiteY5-12" fmla="*/ 4814886 h 4814886"/>
              <a:gd name="connsiteX6-13" fmla="*/ 0 w 4816475"/>
              <a:gd name="connsiteY6-14" fmla="*/ 2407443 h 4814886"/>
              <a:gd name="connsiteX0-15" fmla="*/ 0 w 4816475"/>
              <a:gd name="connsiteY0-16" fmla="*/ 2163603 h 4571046"/>
              <a:gd name="connsiteX1-17" fmla="*/ 2199402 w 4816475"/>
              <a:gd name="connsiteY1-18" fmla="*/ 0 h 4571046"/>
              <a:gd name="connsiteX2-19" fmla="*/ 4608433 w 4816475"/>
              <a:gd name="connsiteY2-20" fmla="*/ 721360 h 4571046"/>
              <a:gd name="connsiteX3-21" fmla="*/ 4816475 w 4816475"/>
              <a:gd name="connsiteY3-22" fmla="*/ 2163603 h 4571046"/>
              <a:gd name="connsiteX4-23" fmla="*/ 3612753 w 4816475"/>
              <a:gd name="connsiteY4-24" fmla="*/ 4571046 h 4571046"/>
              <a:gd name="connsiteX5-25" fmla="*/ 1203722 w 4816475"/>
              <a:gd name="connsiteY5-26" fmla="*/ 4571046 h 4571046"/>
              <a:gd name="connsiteX6-27" fmla="*/ 0 w 4816475"/>
              <a:gd name="connsiteY6-28" fmla="*/ 2163603 h 4571046"/>
              <a:gd name="connsiteX0-29" fmla="*/ 0 w 4958715"/>
              <a:gd name="connsiteY0-30" fmla="*/ 2163603 h 4571046"/>
              <a:gd name="connsiteX1-31" fmla="*/ 2199402 w 4958715"/>
              <a:gd name="connsiteY1-32" fmla="*/ 0 h 4571046"/>
              <a:gd name="connsiteX2-33" fmla="*/ 4608433 w 4958715"/>
              <a:gd name="connsiteY2-34" fmla="*/ 721360 h 4571046"/>
              <a:gd name="connsiteX3-35" fmla="*/ 4958715 w 4958715"/>
              <a:gd name="connsiteY3-36" fmla="*/ 2803683 h 4571046"/>
              <a:gd name="connsiteX4-37" fmla="*/ 3612753 w 4958715"/>
              <a:gd name="connsiteY4-38" fmla="*/ 4571046 h 4571046"/>
              <a:gd name="connsiteX5-39" fmla="*/ 1203722 w 4958715"/>
              <a:gd name="connsiteY5-40" fmla="*/ 4571046 h 4571046"/>
              <a:gd name="connsiteX6-41" fmla="*/ 0 w 4958715"/>
              <a:gd name="connsiteY6-42" fmla="*/ 2163603 h 4571046"/>
              <a:gd name="connsiteX0-43" fmla="*/ 0 w 4916043"/>
              <a:gd name="connsiteY0-44" fmla="*/ 1273587 h 4571046"/>
              <a:gd name="connsiteX1-45" fmla="*/ 2156730 w 4916043"/>
              <a:gd name="connsiteY1-46" fmla="*/ 0 h 4571046"/>
              <a:gd name="connsiteX2-47" fmla="*/ 4565761 w 4916043"/>
              <a:gd name="connsiteY2-48" fmla="*/ 721360 h 4571046"/>
              <a:gd name="connsiteX3-49" fmla="*/ 4916043 w 4916043"/>
              <a:gd name="connsiteY3-50" fmla="*/ 2803683 h 4571046"/>
              <a:gd name="connsiteX4-51" fmla="*/ 3570081 w 4916043"/>
              <a:gd name="connsiteY4-52" fmla="*/ 4571046 h 4571046"/>
              <a:gd name="connsiteX5-53" fmla="*/ 1161050 w 4916043"/>
              <a:gd name="connsiteY5-54" fmla="*/ 4571046 h 4571046"/>
              <a:gd name="connsiteX6-55" fmla="*/ 0 w 4916043"/>
              <a:gd name="connsiteY6-56" fmla="*/ 1273587 h 4571046"/>
              <a:gd name="connsiteX0-57" fmla="*/ 0 w 4916043"/>
              <a:gd name="connsiteY0-58" fmla="*/ 1273587 h 4571046"/>
              <a:gd name="connsiteX1-59" fmla="*/ 2156730 w 4916043"/>
              <a:gd name="connsiteY1-60" fmla="*/ 0 h 4571046"/>
              <a:gd name="connsiteX2-61" fmla="*/ 4565761 w 4916043"/>
              <a:gd name="connsiteY2-62" fmla="*/ 721360 h 4571046"/>
              <a:gd name="connsiteX3-63" fmla="*/ 4916043 w 4916043"/>
              <a:gd name="connsiteY3-64" fmla="*/ 2803683 h 4571046"/>
              <a:gd name="connsiteX4-65" fmla="*/ 3570081 w 4916043"/>
              <a:gd name="connsiteY4-66" fmla="*/ 4571046 h 4571046"/>
              <a:gd name="connsiteX5-67" fmla="*/ 21098 w 4916043"/>
              <a:gd name="connsiteY5-68" fmla="*/ 3815142 h 4571046"/>
              <a:gd name="connsiteX6-69" fmla="*/ 0 w 4916043"/>
              <a:gd name="connsiteY6-70" fmla="*/ 1273587 h 4571046"/>
              <a:gd name="connsiteX0-71" fmla="*/ 0 w 4916043"/>
              <a:gd name="connsiteY0-72" fmla="*/ 1273587 h 5066346"/>
              <a:gd name="connsiteX1-73" fmla="*/ 2156730 w 4916043"/>
              <a:gd name="connsiteY1-74" fmla="*/ 0 h 5066346"/>
              <a:gd name="connsiteX2-75" fmla="*/ 4565761 w 4916043"/>
              <a:gd name="connsiteY2-76" fmla="*/ 721360 h 5066346"/>
              <a:gd name="connsiteX3-77" fmla="*/ 4916043 w 4916043"/>
              <a:gd name="connsiteY3-78" fmla="*/ 2803683 h 5066346"/>
              <a:gd name="connsiteX4-79" fmla="*/ 2236581 w 4916043"/>
              <a:gd name="connsiteY4-80" fmla="*/ 5066346 h 5066346"/>
              <a:gd name="connsiteX5-81" fmla="*/ 21098 w 4916043"/>
              <a:gd name="connsiteY5-82" fmla="*/ 3815142 h 5066346"/>
              <a:gd name="connsiteX6-83" fmla="*/ 0 w 4916043"/>
              <a:gd name="connsiteY6-84" fmla="*/ 1273587 h 5066346"/>
              <a:gd name="connsiteX0-85" fmla="*/ 0 w 4565761"/>
              <a:gd name="connsiteY0-86" fmla="*/ 1273587 h 5066346"/>
              <a:gd name="connsiteX1-87" fmla="*/ 2156730 w 4565761"/>
              <a:gd name="connsiteY1-88" fmla="*/ 0 h 5066346"/>
              <a:gd name="connsiteX2-89" fmla="*/ 4565761 w 4565761"/>
              <a:gd name="connsiteY2-90" fmla="*/ 721360 h 5066346"/>
              <a:gd name="connsiteX3-91" fmla="*/ 4405503 w 4565761"/>
              <a:gd name="connsiteY3-92" fmla="*/ 3801903 h 5066346"/>
              <a:gd name="connsiteX4-93" fmla="*/ 2236581 w 4565761"/>
              <a:gd name="connsiteY4-94" fmla="*/ 5066346 h 5066346"/>
              <a:gd name="connsiteX5-95" fmla="*/ 21098 w 4565761"/>
              <a:gd name="connsiteY5-96" fmla="*/ 3815142 h 5066346"/>
              <a:gd name="connsiteX6-97" fmla="*/ 0 w 4565761"/>
              <a:gd name="connsiteY6-98" fmla="*/ 1273587 h 5066346"/>
              <a:gd name="connsiteX0-99" fmla="*/ 0 w 4405503"/>
              <a:gd name="connsiteY0-100" fmla="*/ 1273587 h 5066346"/>
              <a:gd name="connsiteX1-101" fmla="*/ 2156730 w 4405503"/>
              <a:gd name="connsiteY1-102" fmla="*/ 0 h 5066346"/>
              <a:gd name="connsiteX2-103" fmla="*/ 4398121 w 4405503"/>
              <a:gd name="connsiteY2-104" fmla="*/ 1277620 h 5066346"/>
              <a:gd name="connsiteX3-105" fmla="*/ 4405503 w 4405503"/>
              <a:gd name="connsiteY3-106" fmla="*/ 3801903 h 5066346"/>
              <a:gd name="connsiteX4-107" fmla="*/ 2236581 w 4405503"/>
              <a:gd name="connsiteY4-108" fmla="*/ 5066346 h 5066346"/>
              <a:gd name="connsiteX5-109" fmla="*/ 21098 w 4405503"/>
              <a:gd name="connsiteY5-110" fmla="*/ 3815142 h 5066346"/>
              <a:gd name="connsiteX6-111" fmla="*/ 0 w 4405503"/>
              <a:gd name="connsiteY6-112" fmla="*/ 1273587 h 506634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3" name="Content placeholder 47"/>
          <p:cNvSpPr>
            <a:spLocks noGrp="1"/>
          </p:cNvSpPr>
          <p:nvPr>
            <p:ph type="pic" sz="quarter" idx="59"/>
          </p:nvPr>
        </p:nvSpPr>
        <p:spPr>
          <a:xfrm>
            <a:off x="5235410"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1" fmla="*/ 0 w 4816475"/>
              <a:gd name="connsiteY0-2" fmla="*/ 2407443 h 4814886"/>
              <a:gd name="connsiteX1-3" fmla="*/ 2199402 w 4816475"/>
              <a:gd name="connsiteY1-4" fmla="*/ 243840 h 4814886"/>
              <a:gd name="connsiteX2-5" fmla="*/ 3612753 w 4816475"/>
              <a:gd name="connsiteY2-6" fmla="*/ 0 h 4814886"/>
              <a:gd name="connsiteX3-7" fmla="*/ 4816475 w 4816475"/>
              <a:gd name="connsiteY3-8" fmla="*/ 2407443 h 4814886"/>
              <a:gd name="connsiteX4-9" fmla="*/ 3612753 w 4816475"/>
              <a:gd name="connsiteY4-10" fmla="*/ 4814886 h 4814886"/>
              <a:gd name="connsiteX5-11" fmla="*/ 1203722 w 4816475"/>
              <a:gd name="connsiteY5-12" fmla="*/ 4814886 h 4814886"/>
              <a:gd name="connsiteX6-13" fmla="*/ 0 w 4816475"/>
              <a:gd name="connsiteY6-14" fmla="*/ 2407443 h 4814886"/>
              <a:gd name="connsiteX0-15" fmla="*/ 0 w 4816475"/>
              <a:gd name="connsiteY0-16" fmla="*/ 2163603 h 4571046"/>
              <a:gd name="connsiteX1-17" fmla="*/ 2199402 w 4816475"/>
              <a:gd name="connsiteY1-18" fmla="*/ 0 h 4571046"/>
              <a:gd name="connsiteX2-19" fmla="*/ 4608433 w 4816475"/>
              <a:gd name="connsiteY2-20" fmla="*/ 721360 h 4571046"/>
              <a:gd name="connsiteX3-21" fmla="*/ 4816475 w 4816475"/>
              <a:gd name="connsiteY3-22" fmla="*/ 2163603 h 4571046"/>
              <a:gd name="connsiteX4-23" fmla="*/ 3612753 w 4816475"/>
              <a:gd name="connsiteY4-24" fmla="*/ 4571046 h 4571046"/>
              <a:gd name="connsiteX5-25" fmla="*/ 1203722 w 4816475"/>
              <a:gd name="connsiteY5-26" fmla="*/ 4571046 h 4571046"/>
              <a:gd name="connsiteX6-27" fmla="*/ 0 w 4816475"/>
              <a:gd name="connsiteY6-28" fmla="*/ 2163603 h 4571046"/>
              <a:gd name="connsiteX0-29" fmla="*/ 0 w 4958715"/>
              <a:gd name="connsiteY0-30" fmla="*/ 2163603 h 4571046"/>
              <a:gd name="connsiteX1-31" fmla="*/ 2199402 w 4958715"/>
              <a:gd name="connsiteY1-32" fmla="*/ 0 h 4571046"/>
              <a:gd name="connsiteX2-33" fmla="*/ 4608433 w 4958715"/>
              <a:gd name="connsiteY2-34" fmla="*/ 721360 h 4571046"/>
              <a:gd name="connsiteX3-35" fmla="*/ 4958715 w 4958715"/>
              <a:gd name="connsiteY3-36" fmla="*/ 2803683 h 4571046"/>
              <a:gd name="connsiteX4-37" fmla="*/ 3612753 w 4958715"/>
              <a:gd name="connsiteY4-38" fmla="*/ 4571046 h 4571046"/>
              <a:gd name="connsiteX5-39" fmla="*/ 1203722 w 4958715"/>
              <a:gd name="connsiteY5-40" fmla="*/ 4571046 h 4571046"/>
              <a:gd name="connsiteX6-41" fmla="*/ 0 w 4958715"/>
              <a:gd name="connsiteY6-42" fmla="*/ 2163603 h 4571046"/>
              <a:gd name="connsiteX0-43" fmla="*/ 0 w 4916043"/>
              <a:gd name="connsiteY0-44" fmla="*/ 1273587 h 4571046"/>
              <a:gd name="connsiteX1-45" fmla="*/ 2156730 w 4916043"/>
              <a:gd name="connsiteY1-46" fmla="*/ 0 h 4571046"/>
              <a:gd name="connsiteX2-47" fmla="*/ 4565761 w 4916043"/>
              <a:gd name="connsiteY2-48" fmla="*/ 721360 h 4571046"/>
              <a:gd name="connsiteX3-49" fmla="*/ 4916043 w 4916043"/>
              <a:gd name="connsiteY3-50" fmla="*/ 2803683 h 4571046"/>
              <a:gd name="connsiteX4-51" fmla="*/ 3570081 w 4916043"/>
              <a:gd name="connsiteY4-52" fmla="*/ 4571046 h 4571046"/>
              <a:gd name="connsiteX5-53" fmla="*/ 1161050 w 4916043"/>
              <a:gd name="connsiteY5-54" fmla="*/ 4571046 h 4571046"/>
              <a:gd name="connsiteX6-55" fmla="*/ 0 w 4916043"/>
              <a:gd name="connsiteY6-56" fmla="*/ 1273587 h 4571046"/>
              <a:gd name="connsiteX0-57" fmla="*/ 0 w 4916043"/>
              <a:gd name="connsiteY0-58" fmla="*/ 1273587 h 4571046"/>
              <a:gd name="connsiteX1-59" fmla="*/ 2156730 w 4916043"/>
              <a:gd name="connsiteY1-60" fmla="*/ 0 h 4571046"/>
              <a:gd name="connsiteX2-61" fmla="*/ 4565761 w 4916043"/>
              <a:gd name="connsiteY2-62" fmla="*/ 721360 h 4571046"/>
              <a:gd name="connsiteX3-63" fmla="*/ 4916043 w 4916043"/>
              <a:gd name="connsiteY3-64" fmla="*/ 2803683 h 4571046"/>
              <a:gd name="connsiteX4-65" fmla="*/ 3570081 w 4916043"/>
              <a:gd name="connsiteY4-66" fmla="*/ 4571046 h 4571046"/>
              <a:gd name="connsiteX5-67" fmla="*/ 21098 w 4916043"/>
              <a:gd name="connsiteY5-68" fmla="*/ 3815142 h 4571046"/>
              <a:gd name="connsiteX6-69" fmla="*/ 0 w 4916043"/>
              <a:gd name="connsiteY6-70" fmla="*/ 1273587 h 4571046"/>
              <a:gd name="connsiteX0-71" fmla="*/ 0 w 4916043"/>
              <a:gd name="connsiteY0-72" fmla="*/ 1273587 h 5066346"/>
              <a:gd name="connsiteX1-73" fmla="*/ 2156730 w 4916043"/>
              <a:gd name="connsiteY1-74" fmla="*/ 0 h 5066346"/>
              <a:gd name="connsiteX2-75" fmla="*/ 4565761 w 4916043"/>
              <a:gd name="connsiteY2-76" fmla="*/ 721360 h 5066346"/>
              <a:gd name="connsiteX3-77" fmla="*/ 4916043 w 4916043"/>
              <a:gd name="connsiteY3-78" fmla="*/ 2803683 h 5066346"/>
              <a:gd name="connsiteX4-79" fmla="*/ 2236581 w 4916043"/>
              <a:gd name="connsiteY4-80" fmla="*/ 5066346 h 5066346"/>
              <a:gd name="connsiteX5-81" fmla="*/ 21098 w 4916043"/>
              <a:gd name="connsiteY5-82" fmla="*/ 3815142 h 5066346"/>
              <a:gd name="connsiteX6-83" fmla="*/ 0 w 4916043"/>
              <a:gd name="connsiteY6-84" fmla="*/ 1273587 h 5066346"/>
              <a:gd name="connsiteX0-85" fmla="*/ 0 w 4565761"/>
              <a:gd name="connsiteY0-86" fmla="*/ 1273587 h 5066346"/>
              <a:gd name="connsiteX1-87" fmla="*/ 2156730 w 4565761"/>
              <a:gd name="connsiteY1-88" fmla="*/ 0 h 5066346"/>
              <a:gd name="connsiteX2-89" fmla="*/ 4565761 w 4565761"/>
              <a:gd name="connsiteY2-90" fmla="*/ 721360 h 5066346"/>
              <a:gd name="connsiteX3-91" fmla="*/ 4405503 w 4565761"/>
              <a:gd name="connsiteY3-92" fmla="*/ 3801903 h 5066346"/>
              <a:gd name="connsiteX4-93" fmla="*/ 2236581 w 4565761"/>
              <a:gd name="connsiteY4-94" fmla="*/ 5066346 h 5066346"/>
              <a:gd name="connsiteX5-95" fmla="*/ 21098 w 4565761"/>
              <a:gd name="connsiteY5-96" fmla="*/ 3815142 h 5066346"/>
              <a:gd name="connsiteX6-97" fmla="*/ 0 w 4565761"/>
              <a:gd name="connsiteY6-98" fmla="*/ 1273587 h 5066346"/>
              <a:gd name="connsiteX0-99" fmla="*/ 0 w 4405503"/>
              <a:gd name="connsiteY0-100" fmla="*/ 1273587 h 5066346"/>
              <a:gd name="connsiteX1-101" fmla="*/ 2156730 w 4405503"/>
              <a:gd name="connsiteY1-102" fmla="*/ 0 h 5066346"/>
              <a:gd name="connsiteX2-103" fmla="*/ 4398121 w 4405503"/>
              <a:gd name="connsiteY2-104" fmla="*/ 1277620 h 5066346"/>
              <a:gd name="connsiteX3-105" fmla="*/ 4405503 w 4405503"/>
              <a:gd name="connsiteY3-106" fmla="*/ 3801903 h 5066346"/>
              <a:gd name="connsiteX4-107" fmla="*/ 2236581 w 4405503"/>
              <a:gd name="connsiteY4-108" fmla="*/ 5066346 h 5066346"/>
              <a:gd name="connsiteX5-109" fmla="*/ 21098 w 4405503"/>
              <a:gd name="connsiteY5-110" fmla="*/ 3815142 h 5066346"/>
              <a:gd name="connsiteX6-111" fmla="*/ 0 w 4405503"/>
              <a:gd name="connsiteY6-112" fmla="*/ 1273587 h 506634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4" name="Content placeholder 47"/>
          <p:cNvSpPr>
            <a:spLocks noGrp="1"/>
          </p:cNvSpPr>
          <p:nvPr>
            <p:ph type="pic" sz="quarter" idx="60"/>
          </p:nvPr>
        </p:nvSpPr>
        <p:spPr>
          <a:xfrm>
            <a:off x="7361474"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1" fmla="*/ 0 w 4816475"/>
              <a:gd name="connsiteY0-2" fmla="*/ 2407443 h 4814886"/>
              <a:gd name="connsiteX1-3" fmla="*/ 2199402 w 4816475"/>
              <a:gd name="connsiteY1-4" fmla="*/ 243840 h 4814886"/>
              <a:gd name="connsiteX2-5" fmla="*/ 3612753 w 4816475"/>
              <a:gd name="connsiteY2-6" fmla="*/ 0 h 4814886"/>
              <a:gd name="connsiteX3-7" fmla="*/ 4816475 w 4816475"/>
              <a:gd name="connsiteY3-8" fmla="*/ 2407443 h 4814886"/>
              <a:gd name="connsiteX4-9" fmla="*/ 3612753 w 4816475"/>
              <a:gd name="connsiteY4-10" fmla="*/ 4814886 h 4814886"/>
              <a:gd name="connsiteX5-11" fmla="*/ 1203722 w 4816475"/>
              <a:gd name="connsiteY5-12" fmla="*/ 4814886 h 4814886"/>
              <a:gd name="connsiteX6-13" fmla="*/ 0 w 4816475"/>
              <a:gd name="connsiteY6-14" fmla="*/ 2407443 h 4814886"/>
              <a:gd name="connsiteX0-15" fmla="*/ 0 w 4816475"/>
              <a:gd name="connsiteY0-16" fmla="*/ 2163603 h 4571046"/>
              <a:gd name="connsiteX1-17" fmla="*/ 2199402 w 4816475"/>
              <a:gd name="connsiteY1-18" fmla="*/ 0 h 4571046"/>
              <a:gd name="connsiteX2-19" fmla="*/ 4608433 w 4816475"/>
              <a:gd name="connsiteY2-20" fmla="*/ 721360 h 4571046"/>
              <a:gd name="connsiteX3-21" fmla="*/ 4816475 w 4816475"/>
              <a:gd name="connsiteY3-22" fmla="*/ 2163603 h 4571046"/>
              <a:gd name="connsiteX4-23" fmla="*/ 3612753 w 4816475"/>
              <a:gd name="connsiteY4-24" fmla="*/ 4571046 h 4571046"/>
              <a:gd name="connsiteX5-25" fmla="*/ 1203722 w 4816475"/>
              <a:gd name="connsiteY5-26" fmla="*/ 4571046 h 4571046"/>
              <a:gd name="connsiteX6-27" fmla="*/ 0 w 4816475"/>
              <a:gd name="connsiteY6-28" fmla="*/ 2163603 h 4571046"/>
              <a:gd name="connsiteX0-29" fmla="*/ 0 w 4958715"/>
              <a:gd name="connsiteY0-30" fmla="*/ 2163603 h 4571046"/>
              <a:gd name="connsiteX1-31" fmla="*/ 2199402 w 4958715"/>
              <a:gd name="connsiteY1-32" fmla="*/ 0 h 4571046"/>
              <a:gd name="connsiteX2-33" fmla="*/ 4608433 w 4958715"/>
              <a:gd name="connsiteY2-34" fmla="*/ 721360 h 4571046"/>
              <a:gd name="connsiteX3-35" fmla="*/ 4958715 w 4958715"/>
              <a:gd name="connsiteY3-36" fmla="*/ 2803683 h 4571046"/>
              <a:gd name="connsiteX4-37" fmla="*/ 3612753 w 4958715"/>
              <a:gd name="connsiteY4-38" fmla="*/ 4571046 h 4571046"/>
              <a:gd name="connsiteX5-39" fmla="*/ 1203722 w 4958715"/>
              <a:gd name="connsiteY5-40" fmla="*/ 4571046 h 4571046"/>
              <a:gd name="connsiteX6-41" fmla="*/ 0 w 4958715"/>
              <a:gd name="connsiteY6-42" fmla="*/ 2163603 h 4571046"/>
              <a:gd name="connsiteX0-43" fmla="*/ 0 w 4916043"/>
              <a:gd name="connsiteY0-44" fmla="*/ 1273587 h 4571046"/>
              <a:gd name="connsiteX1-45" fmla="*/ 2156730 w 4916043"/>
              <a:gd name="connsiteY1-46" fmla="*/ 0 h 4571046"/>
              <a:gd name="connsiteX2-47" fmla="*/ 4565761 w 4916043"/>
              <a:gd name="connsiteY2-48" fmla="*/ 721360 h 4571046"/>
              <a:gd name="connsiteX3-49" fmla="*/ 4916043 w 4916043"/>
              <a:gd name="connsiteY3-50" fmla="*/ 2803683 h 4571046"/>
              <a:gd name="connsiteX4-51" fmla="*/ 3570081 w 4916043"/>
              <a:gd name="connsiteY4-52" fmla="*/ 4571046 h 4571046"/>
              <a:gd name="connsiteX5-53" fmla="*/ 1161050 w 4916043"/>
              <a:gd name="connsiteY5-54" fmla="*/ 4571046 h 4571046"/>
              <a:gd name="connsiteX6-55" fmla="*/ 0 w 4916043"/>
              <a:gd name="connsiteY6-56" fmla="*/ 1273587 h 4571046"/>
              <a:gd name="connsiteX0-57" fmla="*/ 0 w 4916043"/>
              <a:gd name="connsiteY0-58" fmla="*/ 1273587 h 4571046"/>
              <a:gd name="connsiteX1-59" fmla="*/ 2156730 w 4916043"/>
              <a:gd name="connsiteY1-60" fmla="*/ 0 h 4571046"/>
              <a:gd name="connsiteX2-61" fmla="*/ 4565761 w 4916043"/>
              <a:gd name="connsiteY2-62" fmla="*/ 721360 h 4571046"/>
              <a:gd name="connsiteX3-63" fmla="*/ 4916043 w 4916043"/>
              <a:gd name="connsiteY3-64" fmla="*/ 2803683 h 4571046"/>
              <a:gd name="connsiteX4-65" fmla="*/ 3570081 w 4916043"/>
              <a:gd name="connsiteY4-66" fmla="*/ 4571046 h 4571046"/>
              <a:gd name="connsiteX5-67" fmla="*/ 21098 w 4916043"/>
              <a:gd name="connsiteY5-68" fmla="*/ 3815142 h 4571046"/>
              <a:gd name="connsiteX6-69" fmla="*/ 0 w 4916043"/>
              <a:gd name="connsiteY6-70" fmla="*/ 1273587 h 4571046"/>
              <a:gd name="connsiteX0-71" fmla="*/ 0 w 4916043"/>
              <a:gd name="connsiteY0-72" fmla="*/ 1273587 h 5066346"/>
              <a:gd name="connsiteX1-73" fmla="*/ 2156730 w 4916043"/>
              <a:gd name="connsiteY1-74" fmla="*/ 0 h 5066346"/>
              <a:gd name="connsiteX2-75" fmla="*/ 4565761 w 4916043"/>
              <a:gd name="connsiteY2-76" fmla="*/ 721360 h 5066346"/>
              <a:gd name="connsiteX3-77" fmla="*/ 4916043 w 4916043"/>
              <a:gd name="connsiteY3-78" fmla="*/ 2803683 h 5066346"/>
              <a:gd name="connsiteX4-79" fmla="*/ 2236581 w 4916043"/>
              <a:gd name="connsiteY4-80" fmla="*/ 5066346 h 5066346"/>
              <a:gd name="connsiteX5-81" fmla="*/ 21098 w 4916043"/>
              <a:gd name="connsiteY5-82" fmla="*/ 3815142 h 5066346"/>
              <a:gd name="connsiteX6-83" fmla="*/ 0 w 4916043"/>
              <a:gd name="connsiteY6-84" fmla="*/ 1273587 h 5066346"/>
              <a:gd name="connsiteX0-85" fmla="*/ 0 w 4565761"/>
              <a:gd name="connsiteY0-86" fmla="*/ 1273587 h 5066346"/>
              <a:gd name="connsiteX1-87" fmla="*/ 2156730 w 4565761"/>
              <a:gd name="connsiteY1-88" fmla="*/ 0 h 5066346"/>
              <a:gd name="connsiteX2-89" fmla="*/ 4565761 w 4565761"/>
              <a:gd name="connsiteY2-90" fmla="*/ 721360 h 5066346"/>
              <a:gd name="connsiteX3-91" fmla="*/ 4405503 w 4565761"/>
              <a:gd name="connsiteY3-92" fmla="*/ 3801903 h 5066346"/>
              <a:gd name="connsiteX4-93" fmla="*/ 2236581 w 4565761"/>
              <a:gd name="connsiteY4-94" fmla="*/ 5066346 h 5066346"/>
              <a:gd name="connsiteX5-95" fmla="*/ 21098 w 4565761"/>
              <a:gd name="connsiteY5-96" fmla="*/ 3815142 h 5066346"/>
              <a:gd name="connsiteX6-97" fmla="*/ 0 w 4565761"/>
              <a:gd name="connsiteY6-98" fmla="*/ 1273587 h 5066346"/>
              <a:gd name="connsiteX0-99" fmla="*/ 0 w 4405503"/>
              <a:gd name="connsiteY0-100" fmla="*/ 1273587 h 5066346"/>
              <a:gd name="connsiteX1-101" fmla="*/ 2156730 w 4405503"/>
              <a:gd name="connsiteY1-102" fmla="*/ 0 h 5066346"/>
              <a:gd name="connsiteX2-103" fmla="*/ 4398121 w 4405503"/>
              <a:gd name="connsiteY2-104" fmla="*/ 1277620 h 5066346"/>
              <a:gd name="connsiteX3-105" fmla="*/ 4405503 w 4405503"/>
              <a:gd name="connsiteY3-106" fmla="*/ 3801903 h 5066346"/>
              <a:gd name="connsiteX4-107" fmla="*/ 2236581 w 4405503"/>
              <a:gd name="connsiteY4-108" fmla="*/ 5066346 h 5066346"/>
              <a:gd name="connsiteX5-109" fmla="*/ 21098 w 4405503"/>
              <a:gd name="connsiteY5-110" fmla="*/ 3815142 h 5066346"/>
              <a:gd name="connsiteX6-111" fmla="*/ 0 w 4405503"/>
              <a:gd name="connsiteY6-112" fmla="*/ 1273587 h 506634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5" name="Content placeholder 47"/>
          <p:cNvSpPr>
            <a:spLocks noGrp="1"/>
          </p:cNvSpPr>
          <p:nvPr>
            <p:ph type="pic" sz="quarter" idx="61"/>
          </p:nvPr>
        </p:nvSpPr>
        <p:spPr>
          <a:xfrm>
            <a:off x="9487536"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1" fmla="*/ 0 w 4816475"/>
              <a:gd name="connsiteY0-2" fmla="*/ 2407443 h 4814886"/>
              <a:gd name="connsiteX1-3" fmla="*/ 2199402 w 4816475"/>
              <a:gd name="connsiteY1-4" fmla="*/ 243840 h 4814886"/>
              <a:gd name="connsiteX2-5" fmla="*/ 3612753 w 4816475"/>
              <a:gd name="connsiteY2-6" fmla="*/ 0 h 4814886"/>
              <a:gd name="connsiteX3-7" fmla="*/ 4816475 w 4816475"/>
              <a:gd name="connsiteY3-8" fmla="*/ 2407443 h 4814886"/>
              <a:gd name="connsiteX4-9" fmla="*/ 3612753 w 4816475"/>
              <a:gd name="connsiteY4-10" fmla="*/ 4814886 h 4814886"/>
              <a:gd name="connsiteX5-11" fmla="*/ 1203722 w 4816475"/>
              <a:gd name="connsiteY5-12" fmla="*/ 4814886 h 4814886"/>
              <a:gd name="connsiteX6-13" fmla="*/ 0 w 4816475"/>
              <a:gd name="connsiteY6-14" fmla="*/ 2407443 h 4814886"/>
              <a:gd name="connsiteX0-15" fmla="*/ 0 w 4816475"/>
              <a:gd name="connsiteY0-16" fmla="*/ 2163603 h 4571046"/>
              <a:gd name="connsiteX1-17" fmla="*/ 2199402 w 4816475"/>
              <a:gd name="connsiteY1-18" fmla="*/ 0 h 4571046"/>
              <a:gd name="connsiteX2-19" fmla="*/ 4608433 w 4816475"/>
              <a:gd name="connsiteY2-20" fmla="*/ 721360 h 4571046"/>
              <a:gd name="connsiteX3-21" fmla="*/ 4816475 w 4816475"/>
              <a:gd name="connsiteY3-22" fmla="*/ 2163603 h 4571046"/>
              <a:gd name="connsiteX4-23" fmla="*/ 3612753 w 4816475"/>
              <a:gd name="connsiteY4-24" fmla="*/ 4571046 h 4571046"/>
              <a:gd name="connsiteX5-25" fmla="*/ 1203722 w 4816475"/>
              <a:gd name="connsiteY5-26" fmla="*/ 4571046 h 4571046"/>
              <a:gd name="connsiteX6-27" fmla="*/ 0 w 4816475"/>
              <a:gd name="connsiteY6-28" fmla="*/ 2163603 h 4571046"/>
              <a:gd name="connsiteX0-29" fmla="*/ 0 w 4958715"/>
              <a:gd name="connsiteY0-30" fmla="*/ 2163603 h 4571046"/>
              <a:gd name="connsiteX1-31" fmla="*/ 2199402 w 4958715"/>
              <a:gd name="connsiteY1-32" fmla="*/ 0 h 4571046"/>
              <a:gd name="connsiteX2-33" fmla="*/ 4608433 w 4958715"/>
              <a:gd name="connsiteY2-34" fmla="*/ 721360 h 4571046"/>
              <a:gd name="connsiteX3-35" fmla="*/ 4958715 w 4958715"/>
              <a:gd name="connsiteY3-36" fmla="*/ 2803683 h 4571046"/>
              <a:gd name="connsiteX4-37" fmla="*/ 3612753 w 4958715"/>
              <a:gd name="connsiteY4-38" fmla="*/ 4571046 h 4571046"/>
              <a:gd name="connsiteX5-39" fmla="*/ 1203722 w 4958715"/>
              <a:gd name="connsiteY5-40" fmla="*/ 4571046 h 4571046"/>
              <a:gd name="connsiteX6-41" fmla="*/ 0 w 4958715"/>
              <a:gd name="connsiteY6-42" fmla="*/ 2163603 h 4571046"/>
              <a:gd name="connsiteX0-43" fmla="*/ 0 w 4916043"/>
              <a:gd name="connsiteY0-44" fmla="*/ 1273587 h 4571046"/>
              <a:gd name="connsiteX1-45" fmla="*/ 2156730 w 4916043"/>
              <a:gd name="connsiteY1-46" fmla="*/ 0 h 4571046"/>
              <a:gd name="connsiteX2-47" fmla="*/ 4565761 w 4916043"/>
              <a:gd name="connsiteY2-48" fmla="*/ 721360 h 4571046"/>
              <a:gd name="connsiteX3-49" fmla="*/ 4916043 w 4916043"/>
              <a:gd name="connsiteY3-50" fmla="*/ 2803683 h 4571046"/>
              <a:gd name="connsiteX4-51" fmla="*/ 3570081 w 4916043"/>
              <a:gd name="connsiteY4-52" fmla="*/ 4571046 h 4571046"/>
              <a:gd name="connsiteX5-53" fmla="*/ 1161050 w 4916043"/>
              <a:gd name="connsiteY5-54" fmla="*/ 4571046 h 4571046"/>
              <a:gd name="connsiteX6-55" fmla="*/ 0 w 4916043"/>
              <a:gd name="connsiteY6-56" fmla="*/ 1273587 h 4571046"/>
              <a:gd name="connsiteX0-57" fmla="*/ 0 w 4916043"/>
              <a:gd name="connsiteY0-58" fmla="*/ 1273587 h 4571046"/>
              <a:gd name="connsiteX1-59" fmla="*/ 2156730 w 4916043"/>
              <a:gd name="connsiteY1-60" fmla="*/ 0 h 4571046"/>
              <a:gd name="connsiteX2-61" fmla="*/ 4565761 w 4916043"/>
              <a:gd name="connsiteY2-62" fmla="*/ 721360 h 4571046"/>
              <a:gd name="connsiteX3-63" fmla="*/ 4916043 w 4916043"/>
              <a:gd name="connsiteY3-64" fmla="*/ 2803683 h 4571046"/>
              <a:gd name="connsiteX4-65" fmla="*/ 3570081 w 4916043"/>
              <a:gd name="connsiteY4-66" fmla="*/ 4571046 h 4571046"/>
              <a:gd name="connsiteX5-67" fmla="*/ 21098 w 4916043"/>
              <a:gd name="connsiteY5-68" fmla="*/ 3815142 h 4571046"/>
              <a:gd name="connsiteX6-69" fmla="*/ 0 w 4916043"/>
              <a:gd name="connsiteY6-70" fmla="*/ 1273587 h 4571046"/>
              <a:gd name="connsiteX0-71" fmla="*/ 0 w 4916043"/>
              <a:gd name="connsiteY0-72" fmla="*/ 1273587 h 5066346"/>
              <a:gd name="connsiteX1-73" fmla="*/ 2156730 w 4916043"/>
              <a:gd name="connsiteY1-74" fmla="*/ 0 h 5066346"/>
              <a:gd name="connsiteX2-75" fmla="*/ 4565761 w 4916043"/>
              <a:gd name="connsiteY2-76" fmla="*/ 721360 h 5066346"/>
              <a:gd name="connsiteX3-77" fmla="*/ 4916043 w 4916043"/>
              <a:gd name="connsiteY3-78" fmla="*/ 2803683 h 5066346"/>
              <a:gd name="connsiteX4-79" fmla="*/ 2236581 w 4916043"/>
              <a:gd name="connsiteY4-80" fmla="*/ 5066346 h 5066346"/>
              <a:gd name="connsiteX5-81" fmla="*/ 21098 w 4916043"/>
              <a:gd name="connsiteY5-82" fmla="*/ 3815142 h 5066346"/>
              <a:gd name="connsiteX6-83" fmla="*/ 0 w 4916043"/>
              <a:gd name="connsiteY6-84" fmla="*/ 1273587 h 5066346"/>
              <a:gd name="connsiteX0-85" fmla="*/ 0 w 4565761"/>
              <a:gd name="connsiteY0-86" fmla="*/ 1273587 h 5066346"/>
              <a:gd name="connsiteX1-87" fmla="*/ 2156730 w 4565761"/>
              <a:gd name="connsiteY1-88" fmla="*/ 0 h 5066346"/>
              <a:gd name="connsiteX2-89" fmla="*/ 4565761 w 4565761"/>
              <a:gd name="connsiteY2-90" fmla="*/ 721360 h 5066346"/>
              <a:gd name="connsiteX3-91" fmla="*/ 4405503 w 4565761"/>
              <a:gd name="connsiteY3-92" fmla="*/ 3801903 h 5066346"/>
              <a:gd name="connsiteX4-93" fmla="*/ 2236581 w 4565761"/>
              <a:gd name="connsiteY4-94" fmla="*/ 5066346 h 5066346"/>
              <a:gd name="connsiteX5-95" fmla="*/ 21098 w 4565761"/>
              <a:gd name="connsiteY5-96" fmla="*/ 3815142 h 5066346"/>
              <a:gd name="connsiteX6-97" fmla="*/ 0 w 4565761"/>
              <a:gd name="connsiteY6-98" fmla="*/ 1273587 h 5066346"/>
              <a:gd name="connsiteX0-99" fmla="*/ 0 w 4405503"/>
              <a:gd name="connsiteY0-100" fmla="*/ 1273587 h 5066346"/>
              <a:gd name="connsiteX1-101" fmla="*/ 2156730 w 4405503"/>
              <a:gd name="connsiteY1-102" fmla="*/ 0 h 5066346"/>
              <a:gd name="connsiteX2-103" fmla="*/ 4398121 w 4405503"/>
              <a:gd name="connsiteY2-104" fmla="*/ 1277620 h 5066346"/>
              <a:gd name="connsiteX3-105" fmla="*/ 4405503 w 4405503"/>
              <a:gd name="connsiteY3-106" fmla="*/ 3801903 h 5066346"/>
              <a:gd name="connsiteX4-107" fmla="*/ 2236581 w 4405503"/>
              <a:gd name="connsiteY4-108" fmla="*/ 5066346 h 5066346"/>
              <a:gd name="connsiteX5-109" fmla="*/ 21098 w 4405503"/>
              <a:gd name="connsiteY5-110" fmla="*/ 3815142 h 5066346"/>
              <a:gd name="connsiteX6-111" fmla="*/ 0 w 4405503"/>
              <a:gd name="connsiteY6-112" fmla="*/ 1273587 h 506634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25" name="Title Placeholder 4"/>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endParaRPr lang="en-US" dirty="0"/>
          </a:p>
        </p:txBody>
      </p:sp>
      <p:sp>
        <p:nvSpPr>
          <p:cNvPr id="2" name="Footer Placeholder 1"/>
          <p:cNvSpPr>
            <a:spLocks noGrp="1"/>
          </p:cNvSpPr>
          <p:nvPr>
            <p:ph type="ftr" sz="quarter" idx="62"/>
          </p:nvPr>
        </p:nvSpPr>
        <p:spPr/>
        <p:txBody>
          <a:bodyPr>
            <a:noAutofit/>
          </a:bodyPr>
          <a:lstStyle>
            <a:lvl1pPr>
              <a:defRPr>
                <a:solidFill>
                  <a:schemeClr val="accent6"/>
                </a:solidFill>
              </a:defRPr>
            </a:lvl1pPr>
          </a:lstStyle>
          <a:p>
            <a:r>
              <a:rPr lang="en-US"/>
              <a:t>Presentation title</a:t>
            </a:r>
            <a:endParaRPr lang="en-US" dirty="0"/>
          </a:p>
        </p:txBody>
      </p:sp>
      <p:sp>
        <p:nvSpPr>
          <p:cNvPr id="3" name="Slide Number Placeholder 2"/>
          <p:cNvSpPr>
            <a:spLocks noGrp="1"/>
          </p:cNvSpPr>
          <p:nvPr>
            <p:ph type="sldNum" sz="quarter" idx="63"/>
          </p:nvPr>
        </p:nvSpPr>
        <p:spPr/>
        <p:txBody>
          <a:bodyPr>
            <a:noAutofit/>
          </a:bodyPr>
          <a:lstStyle>
            <a:lvl1pPr>
              <a:defRPr>
                <a:solidFill>
                  <a:schemeClr val="accent6"/>
                </a:solidFill>
              </a:defRPr>
            </a:lvl1pPr>
          </a:lstStyle>
          <a:p>
            <a:fld id="{47FEACEE-25B4-4A2D-B147-27296E36371D}" type="slidenum">
              <a:rPr lang="en-US" altLang="zh-CN" smtClean="0"/>
              <a:t>‹#›</a:t>
            </a:fld>
            <a:endParaRPr lang="en-US" altLang="zh-CN"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olumn">
    <p:spTree>
      <p:nvGrpSpPr>
        <p:cNvPr id="1" name=""/>
        <p:cNvGrpSpPr/>
        <p:nvPr/>
      </p:nvGrpSpPr>
      <p:grpSpPr>
        <a:xfrm>
          <a:off x="0" y="0"/>
          <a:ext cx="0" cy="0"/>
          <a:chOff x="0" y="0"/>
          <a:chExt cx="0" cy="0"/>
        </a:xfrm>
      </p:grpSpPr>
      <p:sp>
        <p:nvSpPr>
          <p:cNvPr id="32" name="Content placeholder 47"/>
          <p:cNvSpPr>
            <a:spLocks noGrp="1"/>
          </p:cNvSpPr>
          <p:nvPr>
            <p:ph type="body" sz="quarter" idx="32" hasCustomPrompt="1"/>
          </p:nvPr>
        </p:nvSpPr>
        <p:spPr>
          <a:xfrm>
            <a:off x="838200"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0" name="Content placeholder 47"/>
          <p:cNvSpPr>
            <a:spLocks noGrp="1"/>
          </p:cNvSpPr>
          <p:nvPr>
            <p:ph type="body" sz="quarter" idx="50" hasCustomPrompt="1"/>
          </p:nvPr>
        </p:nvSpPr>
        <p:spPr>
          <a:xfrm>
            <a:off x="3000303" y="2929823"/>
            <a:ext cx="1867186" cy="2471878"/>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1" name="Content placeholder 47"/>
          <p:cNvSpPr>
            <a:spLocks noGrp="1"/>
          </p:cNvSpPr>
          <p:nvPr>
            <p:ph type="body" sz="quarter" idx="51" hasCustomPrompt="1"/>
          </p:nvPr>
        </p:nvSpPr>
        <p:spPr>
          <a:xfrm>
            <a:off x="5164216"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3" name="Content placeholder 47"/>
          <p:cNvSpPr>
            <a:spLocks noGrp="1"/>
          </p:cNvSpPr>
          <p:nvPr>
            <p:ph type="body" sz="quarter" idx="52" hasCustomPrompt="1"/>
          </p:nvPr>
        </p:nvSpPr>
        <p:spPr>
          <a:xfrm>
            <a:off x="7326319"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7" name="Content placeholder 47"/>
          <p:cNvSpPr>
            <a:spLocks noGrp="1"/>
          </p:cNvSpPr>
          <p:nvPr>
            <p:ph type="body" sz="quarter" idx="53" hasCustomPrompt="1"/>
          </p:nvPr>
        </p:nvSpPr>
        <p:spPr>
          <a:xfrm>
            <a:off x="9488424"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7" name="Content placeholder 47"/>
          <p:cNvSpPr>
            <a:spLocks noGrp="1"/>
          </p:cNvSpPr>
          <p:nvPr>
            <p:ph type="body" sz="quarter" idx="27" hasCustomPrompt="1"/>
          </p:nvPr>
        </p:nvSpPr>
        <p:spPr>
          <a:xfrm>
            <a:off x="838200"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4" name="Title Placeholder 4"/>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endParaRPr lang="en-US" dirty="0"/>
          </a:p>
        </p:txBody>
      </p:sp>
      <p:sp>
        <p:nvSpPr>
          <p:cNvPr id="25" name="Content placeholder 47"/>
          <p:cNvSpPr>
            <a:spLocks noGrp="1"/>
          </p:cNvSpPr>
          <p:nvPr>
            <p:ph type="body" sz="quarter" idx="46" hasCustomPrompt="1"/>
          </p:nvPr>
        </p:nvSpPr>
        <p:spPr>
          <a:xfrm>
            <a:off x="3000756"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6" name="Content placeholder 47"/>
          <p:cNvSpPr>
            <a:spLocks noGrp="1"/>
          </p:cNvSpPr>
          <p:nvPr>
            <p:ph type="body" sz="quarter" idx="47" hasCustomPrompt="1"/>
          </p:nvPr>
        </p:nvSpPr>
        <p:spPr>
          <a:xfrm>
            <a:off x="5163312"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8" name="Content placeholder 47"/>
          <p:cNvSpPr>
            <a:spLocks noGrp="1"/>
          </p:cNvSpPr>
          <p:nvPr>
            <p:ph type="body" sz="quarter" idx="48" hasCustomPrompt="1"/>
          </p:nvPr>
        </p:nvSpPr>
        <p:spPr>
          <a:xfrm>
            <a:off x="7325868"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9" name="Content placeholder 47"/>
          <p:cNvSpPr>
            <a:spLocks noGrp="1"/>
          </p:cNvSpPr>
          <p:nvPr>
            <p:ph type="body" sz="quarter" idx="49" hasCustomPrompt="1"/>
          </p:nvPr>
        </p:nvSpPr>
        <p:spPr>
          <a:xfrm>
            <a:off x="9488424"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11" name="Footer Placeholder 10"/>
          <p:cNvSpPr>
            <a:spLocks noGrp="1"/>
          </p:cNvSpPr>
          <p:nvPr>
            <p:ph type="ftr" sz="quarter" idx="54"/>
          </p:nvPr>
        </p:nvSpPr>
        <p:spPr/>
        <p:txBody>
          <a:bodyPr>
            <a:noAutofit/>
          </a:bodyPr>
          <a:lstStyle/>
          <a:p>
            <a:r>
              <a:rPr lang="en-US" noProof="0"/>
              <a:t>Presentation title</a:t>
            </a:r>
            <a:endParaRPr lang="en-US" noProof="0" dirty="0"/>
          </a:p>
        </p:txBody>
      </p:sp>
      <p:sp>
        <p:nvSpPr>
          <p:cNvPr id="12" name="Slide Number Placeholder 11"/>
          <p:cNvSpPr>
            <a:spLocks noGrp="1"/>
          </p:cNvSpPr>
          <p:nvPr>
            <p:ph type="sldNum" sz="quarter" idx="55"/>
          </p:nvPr>
        </p:nvSpPr>
        <p:spPr/>
        <p:txBody>
          <a:bodyPr>
            <a:noAutofit/>
          </a:bodyPr>
          <a:lstStyle/>
          <a:p>
            <a:fld id="{47FEACEE-25B4-4A2D-B147-27296E36371D}" type="slidenum">
              <a:rPr lang="en-US" altLang="zh-CN" noProof="0" smtClean="0"/>
              <a:t>‹#›</a:t>
            </a:fld>
            <a:endParaRPr lang="en-US" altLang="zh-CN" noProof="0"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66" name="Freeform: Shape 25"/>
          <p:cNvSpPr/>
          <p:nvPr userDrawn="1"/>
        </p:nvSpPr>
        <p:spPr>
          <a:xfrm>
            <a:off x="1295508" y="3039919"/>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67" name="Freeform: Shape 26"/>
          <p:cNvSpPr/>
          <p:nvPr userDrawn="1"/>
        </p:nvSpPr>
        <p:spPr>
          <a:xfrm>
            <a:off x="3670763" y="1677046"/>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68" name="Freeform: Shape 27"/>
          <p:cNvSpPr/>
          <p:nvPr userDrawn="1"/>
        </p:nvSpPr>
        <p:spPr>
          <a:xfrm>
            <a:off x="4865676" y="3722308"/>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69" name="Freeform: Shape 28"/>
          <p:cNvSpPr/>
          <p:nvPr userDrawn="1"/>
        </p:nvSpPr>
        <p:spPr>
          <a:xfrm>
            <a:off x="7245668" y="3725411"/>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0" name="Freeform: Shape 29"/>
          <p:cNvSpPr/>
          <p:nvPr userDrawn="1"/>
        </p:nvSpPr>
        <p:spPr>
          <a:xfrm>
            <a:off x="8440729" y="1677046"/>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1" name="Freeform: Shape 30"/>
          <p:cNvSpPr/>
          <p:nvPr userDrawn="1"/>
        </p:nvSpPr>
        <p:spPr>
          <a:xfrm>
            <a:off x="1274779" y="1667026"/>
            <a:ext cx="7152768" cy="2736950"/>
          </a:xfrm>
          <a:custGeom>
            <a:avLst/>
            <a:gdLst>
              <a:gd name="connsiteX0" fmla="*/ 0 w 5958191"/>
              <a:gd name="connsiteY0" fmla="*/ 2052536 h 2733472"/>
              <a:gd name="connsiteX1" fmla="*/ 1186774 w 5958191"/>
              <a:gd name="connsiteY1" fmla="*/ 1361872 h 2733472"/>
              <a:gd name="connsiteX2" fmla="*/ 2368685 w 5958191"/>
              <a:gd name="connsiteY2" fmla="*/ 2057400 h 2733472"/>
              <a:gd name="connsiteX3" fmla="*/ 2378413 w 5958191"/>
              <a:gd name="connsiteY3" fmla="*/ 690664 h 2733472"/>
              <a:gd name="connsiteX4" fmla="*/ 3570051 w 5958191"/>
              <a:gd name="connsiteY4" fmla="*/ 0 h 2733472"/>
              <a:gd name="connsiteX5" fmla="*/ 4761689 w 5958191"/>
              <a:gd name="connsiteY5" fmla="*/ 680936 h 2733472"/>
              <a:gd name="connsiteX6" fmla="*/ 4756825 w 5958191"/>
              <a:gd name="connsiteY6" fmla="*/ 2052536 h 2733472"/>
              <a:gd name="connsiteX7" fmla="*/ 5958191 w 5958191"/>
              <a:gd name="connsiteY7" fmla="*/ 2733472 h 2733472"/>
              <a:gd name="connsiteX8" fmla="*/ 5958191 w 5958191"/>
              <a:gd name="connsiteY8" fmla="*/ 2733472 h 2733472"/>
              <a:gd name="connsiteX0-1" fmla="*/ 0 w 7159557"/>
              <a:gd name="connsiteY0-2" fmla="*/ 2052536 h 2733472"/>
              <a:gd name="connsiteX1-3" fmla="*/ 1186774 w 7159557"/>
              <a:gd name="connsiteY1-4" fmla="*/ 1361872 h 2733472"/>
              <a:gd name="connsiteX2-5" fmla="*/ 2368685 w 7159557"/>
              <a:gd name="connsiteY2-6" fmla="*/ 2057400 h 2733472"/>
              <a:gd name="connsiteX3-7" fmla="*/ 2378413 w 7159557"/>
              <a:gd name="connsiteY3-8" fmla="*/ 690664 h 2733472"/>
              <a:gd name="connsiteX4-9" fmla="*/ 3570051 w 7159557"/>
              <a:gd name="connsiteY4-10" fmla="*/ 0 h 2733472"/>
              <a:gd name="connsiteX5-11" fmla="*/ 4761689 w 7159557"/>
              <a:gd name="connsiteY5-12" fmla="*/ 680936 h 2733472"/>
              <a:gd name="connsiteX6-13" fmla="*/ 4756825 w 7159557"/>
              <a:gd name="connsiteY6-14" fmla="*/ 2052536 h 2733472"/>
              <a:gd name="connsiteX7-15" fmla="*/ 5958191 w 7159557"/>
              <a:gd name="connsiteY7-16" fmla="*/ 2733472 h 2733472"/>
              <a:gd name="connsiteX8-17" fmla="*/ 7159557 w 7159557"/>
              <a:gd name="connsiteY8-18" fmla="*/ 2067128 h 2733472"/>
              <a:gd name="connsiteX0-19" fmla="*/ 0 w 7164420"/>
              <a:gd name="connsiteY0-20" fmla="*/ 2052536 h 2733472"/>
              <a:gd name="connsiteX1-21" fmla="*/ 1186774 w 7164420"/>
              <a:gd name="connsiteY1-22" fmla="*/ 1361872 h 2733472"/>
              <a:gd name="connsiteX2-23" fmla="*/ 2368685 w 7164420"/>
              <a:gd name="connsiteY2-24" fmla="*/ 2057400 h 2733472"/>
              <a:gd name="connsiteX3-25" fmla="*/ 2378413 w 7164420"/>
              <a:gd name="connsiteY3-26" fmla="*/ 690664 h 2733472"/>
              <a:gd name="connsiteX4-27" fmla="*/ 3570051 w 7164420"/>
              <a:gd name="connsiteY4-28" fmla="*/ 0 h 2733472"/>
              <a:gd name="connsiteX5-29" fmla="*/ 4761689 w 7164420"/>
              <a:gd name="connsiteY5-30" fmla="*/ 680936 h 2733472"/>
              <a:gd name="connsiteX6-31" fmla="*/ 4756825 w 7164420"/>
              <a:gd name="connsiteY6-32" fmla="*/ 2052536 h 2733472"/>
              <a:gd name="connsiteX7-33" fmla="*/ 5958191 w 7164420"/>
              <a:gd name="connsiteY7-34" fmla="*/ 2733472 h 2733472"/>
              <a:gd name="connsiteX8-35" fmla="*/ 7164420 w 7164420"/>
              <a:gd name="connsiteY8-36" fmla="*/ 2062264 h 2733472"/>
              <a:gd name="connsiteX0-37" fmla="*/ 0 w 7164420"/>
              <a:gd name="connsiteY0-38" fmla="*/ 2052536 h 2733472"/>
              <a:gd name="connsiteX1-39" fmla="*/ 1186774 w 7164420"/>
              <a:gd name="connsiteY1-40" fmla="*/ 1361872 h 2733472"/>
              <a:gd name="connsiteX2-41" fmla="*/ 2368685 w 7164420"/>
              <a:gd name="connsiteY2-42" fmla="*/ 2057400 h 2733472"/>
              <a:gd name="connsiteX3-43" fmla="*/ 2378413 w 7164420"/>
              <a:gd name="connsiteY3-44" fmla="*/ 690664 h 2733472"/>
              <a:gd name="connsiteX4-45" fmla="*/ 3570051 w 7164420"/>
              <a:gd name="connsiteY4-46" fmla="*/ 0 h 2733472"/>
              <a:gd name="connsiteX5-47" fmla="*/ 4761689 w 7164420"/>
              <a:gd name="connsiteY5-48" fmla="*/ 680936 h 2733472"/>
              <a:gd name="connsiteX6-49" fmla="*/ 4756825 w 7164420"/>
              <a:gd name="connsiteY6-50" fmla="*/ 2052536 h 2733472"/>
              <a:gd name="connsiteX7-51" fmla="*/ 5958191 w 7164420"/>
              <a:gd name="connsiteY7-52" fmla="*/ 2733472 h 2733472"/>
              <a:gd name="connsiteX8-53" fmla="*/ 7164420 w 7164420"/>
              <a:gd name="connsiteY8-54" fmla="*/ 2057400 h 2733472"/>
              <a:gd name="connsiteX0-55" fmla="*/ 0 w 7164420"/>
              <a:gd name="connsiteY0-56" fmla="*/ 2052536 h 2733472"/>
              <a:gd name="connsiteX1-57" fmla="*/ 1186774 w 7164420"/>
              <a:gd name="connsiteY1-58" fmla="*/ 1361872 h 2733472"/>
              <a:gd name="connsiteX2-59" fmla="*/ 2368685 w 7164420"/>
              <a:gd name="connsiteY2-60" fmla="*/ 2057400 h 2733472"/>
              <a:gd name="connsiteX3-61" fmla="*/ 2378413 w 7164420"/>
              <a:gd name="connsiteY3-62" fmla="*/ 690664 h 2733472"/>
              <a:gd name="connsiteX4-63" fmla="*/ 3570051 w 7164420"/>
              <a:gd name="connsiteY4-64" fmla="*/ 0 h 2733472"/>
              <a:gd name="connsiteX5-65" fmla="*/ 4761689 w 7164420"/>
              <a:gd name="connsiteY5-66" fmla="*/ 680936 h 2733472"/>
              <a:gd name="connsiteX6-67" fmla="*/ 4756825 w 7164420"/>
              <a:gd name="connsiteY6-68" fmla="*/ 2052536 h 2733472"/>
              <a:gd name="connsiteX7-69" fmla="*/ 5958191 w 7164420"/>
              <a:gd name="connsiteY7-70" fmla="*/ 2733472 h 2733472"/>
              <a:gd name="connsiteX8-71" fmla="*/ 7164420 w 7164420"/>
              <a:gd name="connsiteY8-72" fmla="*/ 2052536 h 2733472"/>
              <a:gd name="connsiteX0-73" fmla="*/ 0 w 7159556"/>
              <a:gd name="connsiteY0-74" fmla="*/ 2052536 h 2733472"/>
              <a:gd name="connsiteX1-75" fmla="*/ 1186774 w 7159556"/>
              <a:gd name="connsiteY1-76" fmla="*/ 1361872 h 2733472"/>
              <a:gd name="connsiteX2-77" fmla="*/ 2368685 w 7159556"/>
              <a:gd name="connsiteY2-78" fmla="*/ 2057400 h 2733472"/>
              <a:gd name="connsiteX3-79" fmla="*/ 2378413 w 7159556"/>
              <a:gd name="connsiteY3-80" fmla="*/ 690664 h 2733472"/>
              <a:gd name="connsiteX4-81" fmla="*/ 3570051 w 7159556"/>
              <a:gd name="connsiteY4-82" fmla="*/ 0 h 2733472"/>
              <a:gd name="connsiteX5-83" fmla="*/ 4761689 w 7159556"/>
              <a:gd name="connsiteY5-84" fmla="*/ 680936 h 2733472"/>
              <a:gd name="connsiteX6-85" fmla="*/ 4756825 w 7159556"/>
              <a:gd name="connsiteY6-86" fmla="*/ 2052536 h 2733472"/>
              <a:gd name="connsiteX7-87" fmla="*/ 5958191 w 7159556"/>
              <a:gd name="connsiteY7-88" fmla="*/ 2733472 h 2733472"/>
              <a:gd name="connsiteX8-89" fmla="*/ 7159556 w 7159556"/>
              <a:gd name="connsiteY8-90" fmla="*/ 2052536 h 2733472"/>
              <a:gd name="connsiteX0-91" fmla="*/ 0 w 7145649"/>
              <a:gd name="connsiteY0-92" fmla="*/ 2049060 h 2733472"/>
              <a:gd name="connsiteX1-93" fmla="*/ 1172867 w 7145649"/>
              <a:gd name="connsiteY1-94" fmla="*/ 1361872 h 2733472"/>
              <a:gd name="connsiteX2-95" fmla="*/ 2354778 w 7145649"/>
              <a:gd name="connsiteY2-96" fmla="*/ 2057400 h 2733472"/>
              <a:gd name="connsiteX3-97" fmla="*/ 2364506 w 7145649"/>
              <a:gd name="connsiteY3-98" fmla="*/ 690664 h 2733472"/>
              <a:gd name="connsiteX4-99" fmla="*/ 3556144 w 7145649"/>
              <a:gd name="connsiteY4-100" fmla="*/ 0 h 2733472"/>
              <a:gd name="connsiteX5-101" fmla="*/ 4747782 w 7145649"/>
              <a:gd name="connsiteY5-102" fmla="*/ 680936 h 2733472"/>
              <a:gd name="connsiteX6-103" fmla="*/ 4742918 w 7145649"/>
              <a:gd name="connsiteY6-104" fmla="*/ 2052536 h 2733472"/>
              <a:gd name="connsiteX7-105" fmla="*/ 5944284 w 7145649"/>
              <a:gd name="connsiteY7-106" fmla="*/ 2733472 h 2733472"/>
              <a:gd name="connsiteX8-107" fmla="*/ 7145649 w 7145649"/>
              <a:gd name="connsiteY8-108" fmla="*/ 2052536 h 2733472"/>
              <a:gd name="connsiteX0-109" fmla="*/ 0 w 7156079"/>
              <a:gd name="connsiteY0-110" fmla="*/ 2035152 h 2733472"/>
              <a:gd name="connsiteX1-111" fmla="*/ 1183297 w 7156079"/>
              <a:gd name="connsiteY1-112" fmla="*/ 1361872 h 2733472"/>
              <a:gd name="connsiteX2-113" fmla="*/ 2365208 w 7156079"/>
              <a:gd name="connsiteY2-114" fmla="*/ 2057400 h 2733472"/>
              <a:gd name="connsiteX3-115" fmla="*/ 2374936 w 7156079"/>
              <a:gd name="connsiteY3-116" fmla="*/ 690664 h 2733472"/>
              <a:gd name="connsiteX4-117" fmla="*/ 3566574 w 7156079"/>
              <a:gd name="connsiteY4-118" fmla="*/ 0 h 2733472"/>
              <a:gd name="connsiteX5-119" fmla="*/ 4758212 w 7156079"/>
              <a:gd name="connsiteY5-120" fmla="*/ 680936 h 2733472"/>
              <a:gd name="connsiteX6-121" fmla="*/ 4753348 w 7156079"/>
              <a:gd name="connsiteY6-122" fmla="*/ 2052536 h 2733472"/>
              <a:gd name="connsiteX7-123" fmla="*/ 5954714 w 7156079"/>
              <a:gd name="connsiteY7-124" fmla="*/ 2733472 h 2733472"/>
              <a:gd name="connsiteX8-125" fmla="*/ 7156079 w 7156079"/>
              <a:gd name="connsiteY8-126" fmla="*/ 2052536 h 2733472"/>
              <a:gd name="connsiteX0-127" fmla="*/ 0 w 7156079"/>
              <a:gd name="connsiteY0-128" fmla="*/ 2035152 h 2733472"/>
              <a:gd name="connsiteX1-129" fmla="*/ 1183297 w 7156079"/>
              <a:gd name="connsiteY1-130" fmla="*/ 1344488 h 2733472"/>
              <a:gd name="connsiteX2-131" fmla="*/ 2365208 w 7156079"/>
              <a:gd name="connsiteY2-132" fmla="*/ 2057400 h 2733472"/>
              <a:gd name="connsiteX3-133" fmla="*/ 2374936 w 7156079"/>
              <a:gd name="connsiteY3-134" fmla="*/ 690664 h 2733472"/>
              <a:gd name="connsiteX4-135" fmla="*/ 3566574 w 7156079"/>
              <a:gd name="connsiteY4-136" fmla="*/ 0 h 2733472"/>
              <a:gd name="connsiteX5-137" fmla="*/ 4758212 w 7156079"/>
              <a:gd name="connsiteY5-138" fmla="*/ 680936 h 2733472"/>
              <a:gd name="connsiteX6-139" fmla="*/ 4753348 w 7156079"/>
              <a:gd name="connsiteY6-140" fmla="*/ 2052536 h 2733472"/>
              <a:gd name="connsiteX7-141" fmla="*/ 5954714 w 7156079"/>
              <a:gd name="connsiteY7-142" fmla="*/ 2733472 h 2733472"/>
              <a:gd name="connsiteX8-143" fmla="*/ 7156079 w 7156079"/>
              <a:gd name="connsiteY8-144" fmla="*/ 2052536 h 2733472"/>
              <a:gd name="connsiteX0-145" fmla="*/ 0 w 7156079"/>
              <a:gd name="connsiteY0-146" fmla="*/ 2035152 h 2733472"/>
              <a:gd name="connsiteX1-147" fmla="*/ 1183297 w 7156079"/>
              <a:gd name="connsiteY1-148" fmla="*/ 1344488 h 2733472"/>
              <a:gd name="connsiteX2-149" fmla="*/ 2361731 w 7156079"/>
              <a:gd name="connsiteY2-150" fmla="*/ 2029586 h 2733472"/>
              <a:gd name="connsiteX3-151" fmla="*/ 2374936 w 7156079"/>
              <a:gd name="connsiteY3-152" fmla="*/ 690664 h 2733472"/>
              <a:gd name="connsiteX4-153" fmla="*/ 3566574 w 7156079"/>
              <a:gd name="connsiteY4-154" fmla="*/ 0 h 2733472"/>
              <a:gd name="connsiteX5-155" fmla="*/ 4758212 w 7156079"/>
              <a:gd name="connsiteY5-156" fmla="*/ 680936 h 2733472"/>
              <a:gd name="connsiteX6-157" fmla="*/ 4753348 w 7156079"/>
              <a:gd name="connsiteY6-158" fmla="*/ 2052536 h 2733472"/>
              <a:gd name="connsiteX7-159" fmla="*/ 5954714 w 7156079"/>
              <a:gd name="connsiteY7-160" fmla="*/ 2733472 h 2733472"/>
              <a:gd name="connsiteX8-161" fmla="*/ 7156079 w 7156079"/>
              <a:gd name="connsiteY8-162" fmla="*/ 2052536 h 2733472"/>
              <a:gd name="connsiteX0-163" fmla="*/ 0 w 7156079"/>
              <a:gd name="connsiteY0-164" fmla="*/ 2035152 h 2733472"/>
              <a:gd name="connsiteX1-165" fmla="*/ 1183297 w 7156079"/>
              <a:gd name="connsiteY1-166" fmla="*/ 1344488 h 2733472"/>
              <a:gd name="connsiteX2-167" fmla="*/ 2382592 w 7156079"/>
              <a:gd name="connsiteY2-168" fmla="*/ 2033063 h 2733472"/>
              <a:gd name="connsiteX3-169" fmla="*/ 2374936 w 7156079"/>
              <a:gd name="connsiteY3-170" fmla="*/ 690664 h 2733472"/>
              <a:gd name="connsiteX4-171" fmla="*/ 3566574 w 7156079"/>
              <a:gd name="connsiteY4-172" fmla="*/ 0 h 2733472"/>
              <a:gd name="connsiteX5-173" fmla="*/ 4758212 w 7156079"/>
              <a:gd name="connsiteY5-174" fmla="*/ 680936 h 2733472"/>
              <a:gd name="connsiteX6-175" fmla="*/ 4753348 w 7156079"/>
              <a:gd name="connsiteY6-176" fmla="*/ 2052536 h 2733472"/>
              <a:gd name="connsiteX7-177" fmla="*/ 5954714 w 7156079"/>
              <a:gd name="connsiteY7-178" fmla="*/ 2733472 h 2733472"/>
              <a:gd name="connsiteX8-179" fmla="*/ 7156079 w 7156079"/>
              <a:gd name="connsiteY8-180" fmla="*/ 2052536 h 2733472"/>
              <a:gd name="connsiteX0-181" fmla="*/ 0 w 7156079"/>
              <a:gd name="connsiteY0-182" fmla="*/ 2035152 h 2733472"/>
              <a:gd name="connsiteX1-183" fmla="*/ 1183297 w 7156079"/>
              <a:gd name="connsiteY1-184" fmla="*/ 1344488 h 2733472"/>
              <a:gd name="connsiteX2-185" fmla="*/ 2372162 w 7156079"/>
              <a:gd name="connsiteY2-186" fmla="*/ 2026110 h 2733472"/>
              <a:gd name="connsiteX3-187" fmla="*/ 2374936 w 7156079"/>
              <a:gd name="connsiteY3-188" fmla="*/ 690664 h 2733472"/>
              <a:gd name="connsiteX4-189" fmla="*/ 3566574 w 7156079"/>
              <a:gd name="connsiteY4-190" fmla="*/ 0 h 2733472"/>
              <a:gd name="connsiteX5-191" fmla="*/ 4758212 w 7156079"/>
              <a:gd name="connsiteY5-192" fmla="*/ 680936 h 2733472"/>
              <a:gd name="connsiteX6-193" fmla="*/ 4753348 w 7156079"/>
              <a:gd name="connsiteY6-194" fmla="*/ 2052536 h 2733472"/>
              <a:gd name="connsiteX7-195" fmla="*/ 5954714 w 7156079"/>
              <a:gd name="connsiteY7-196" fmla="*/ 2733472 h 2733472"/>
              <a:gd name="connsiteX8-197" fmla="*/ 7156079 w 7156079"/>
              <a:gd name="connsiteY8-198" fmla="*/ 2052536 h 2733472"/>
              <a:gd name="connsiteX0-199" fmla="*/ 0 w 7156079"/>
              <a:gd name="connsiteY0-200" fmla="*/ 2062966 h 2761286"/>
              <a:gd name="connsiteX1-201" fmla="*/ 1183297 w 7156079"/>
              <a:gd name="connsiteY1-202" fmla="*/ 1372302 h 2761286"/>
              <a:gd name="connsiteX2-203" fmla="*/ 2372162 w 7156079"/>
              <a:gd name="connsiteY2-204" fmla="*/ 2053924 h 2761286"/>
              <a:gd name="connsiteX3-205" fmla="*/ 2374936 w 7156079"/>
              <a:gd name="connsiteY3-206" fmla="*/ 718478 h 2761286"/>
              <a:gd name="connsiteX4-207" fmla="*/ 3577004 w 7156079"/>
              <a:gd name="connsiteY4-208" fmla="*/ 0 h 2761286"/>
              <a:gd name="connsiteX5-209" fmla="*/ 4758212 w 7156079"/>
              <a:gd name="connsiteY5-210" fmla="*/ 708750 h 2761286"/>
              <a:gd name="connsiteX6-211" fmla="*/ 4753348 w 7156079"/>
              <a:gd name="connsiteY6-212" fmla="*/ 2080350 h 2761286"/>
              <a:gd name="connsiteX7-213" fmla="*/ 5954714 w 7156079"/>
              <a:gd name="connsiteY7-214" fmla="*/ 2761286 h 2761286"/>
              <a:gd name="connsiteX8-215" fmla="*/ 7156079 w 7156079"/>
              <a:gd name="connsiteY8-216" fmla="*/ 2080350 h 2761286"/>
              <a:gd name="connsiteX0-217" fmla="*/ 0 w 7156079"/>
              <a:gd name="connsiteY0-218" fmla="*/ 2062966 h 2761286"/>
              <a:gd name="connsiteX1-219" fmla="*/ 1183297 w 7156079"/>
              <a:gd name="connsiteY1-220" fmla="*/ 1372302 h 2761286"/>
              <a:gd name="connsiteX2-221" fmla="*/ 2372162 w 7156079"/>
              <a:gd name="connsiteY2-222" fmla="*/ 2053924 h 2761286"/>
              <a:gd name="connsiteX3-223" fmla="*/ 2371460 w 7156079"/>
              <a:gd name="connsiteY3-224" fmla="*/ 708048 h 2761286"/>
              <a:gd name="connsiteX4-225" fmla="*/ 3577004 w 7156079"/>
              <a:gd name="connsiteY4-226" fmla="*/ 0 h 2761286"/>
              <a:gd name="connsiteX5-227" fmla="*/ 4758212 w 7156079"/>
              <a:gd name="connsiteY5-228" fmla="*/ 708750 h 2761286"/>
              <a:gd name="connsiteX6-229" fmla="*/ 4753348 w 7156079"/>
              <a:gd name="connsiteY6-230" fmla="*/ 2080350 h 2761286"/>
              <a:gd name="connsiteX7-231" fmla="*/ 5954714 w 7156079"/>
              <a:gd name="connsiteY7-232" fmla="*/ 2761286 h 2761286"/>
              <a:gd name="connsiteX8-233" fmla="*/ 7156079 w 7156079"/>
              <a:gd name="connsiteY8-234" fmla="*/ 2080350 h 2761286"/>
              <a:gd name="connsiteX0-235" fmla="*/ 0 w 7156079"/>
              <a:gd name="connsiteY0-236" fmla="*/ 2035152 h 2733472"/>
              <a:gd name="connsiteX1-237" fmla="*/ 1183297 w 7156079"/>
              <a:gd name="connsiteY1-238" fmla="*/ 1344488 h 2733472"/>
              <a:gd name="connsiteX2-239" fmla="*/ 2372162 w 7156079"/>
              <a:gd name="connsiteY2-240" fmla="*/ 2026110 h 2733472"/>
              <a:gd name="connsiteX3-241" fmla="*/ 2371460 w 7156079"/>
              <a:gd name="connsiteY3-242" fmla="*/ 680234 h 2733472"/>
              <a:gd name="connsiteX4-243" fmla="*/ 3573527 w 7156079"/>
              <a:gd name="connsiteY4-244" fmla="*/ 0 h 2733472"/>
              <a:gd name="connsiteX5-245" fmla="*/ 4758212 w 7156079"/>
              <a:gd name="connsiteY5-246" fmla="*/ 680936 h 2733472"/>
              <a:gd name="connsiteX6-247" fmla="*/ 4753348 w 7156079"/>
              <a:gd name="connsiteY6-248" fmla="*/ 2052536 h 2733472"/>
              <a:gd name="connsiteX7-249" fmla="*/ 5954714 w 7156079"/>
              <a:gd name="connsiteY7-250" fmla="*/ 2733472 h 2733472"/>
              <a:gd name="connsiteX8-251" fmla="*/ 7156079 w 7156079"/>
              <a:gd name="connsiteY8-252" fmla="*/ 2052536 h 2733472"/>
              <a:gd name="connsiteX0-253" fmla="*/ 0 w 7156079"/>
              <a:gd name="connsiteY0-254" fmla="*/ 2062967 h 2761287"/>
              <a:gd name="connsiteX1-255" fmla="*/ 1183297 w 7156079"/>
              <a:gd name="connsiteY1-256" fmla="*/ 1372303 h 2761287"/>
              <a:gd name="connsiteX2-257" fmla="*/ 2372162 w 7156079"/>
              <a:gd name="connsiteY2-258" fmla="*/ 2053925 h 2761287"/>
              <a:gd name="connsiteX3-259" fmla="*/ 2371460 w 7156079"/>
              <a:gd name="connsiteY3-260" fmla="*/ 708049 h 2761287"/>
              <a:gd name="connsiteX4-261" fmla="*/ 3563096 w 7156079"/>
              <a:gd name="connsiteY4-262" fmla="*/ 0 h 2761287"/>
              <a:gd name="connsiteX5-263" fmla="*/ 4758212 w 7156079"/>
              <a:gd name="connsiteY5-264" fmla="*/ 708751 h 2761287"/>
              <a:gd name="connsiteX6-265" fmla="*/ 4753348 w 7156079"/>
              <a:gd name="connsiteY6-266" fmla="*/ 2080351 h 2761287"/>
              <a:gd name="connsiteX7-267" fmla="*/ 5954714 w 7156079"/>
              <a:gd name="connsiteY7-268" fmla="*/ 2761287 h 2761287"/>
              <a:gd name="connsiteX8-269" fmla="*/ 7156079 w 7156079"/>
              <a:gd name="connsiteY8-270" fmla="*/ 2080351 h 2761287"/>
              <a:gd name="connsiteX0-271" fmla="*/ 0 w 7156079"/>
              <a:gd name="connsiteY0-272" fmla="*/ 2045583 h 2743903"/>
              <a:gd name="connsiteX1-273" fmla="*/ 1183297 w 7156079"/>
              <a:gd name="connsiteY1-274" fmla="*/ 1354919 h 2743903"/>
              <a:gd name="connsiteX2-275" fmla="*/ 2372162 w 7156079"/>
              <a:gd name="connsiteY2-276" fmla="*/ 2036541 h 2743903"/>
              <a:gd name="connsiteX3-277" fmla="*/ 2371460 w 7156079"/>
              <a:gd name="connsiteY3-278" fmla="*/ 690665 h 2743903"/>
              <a:gd name="connsiteX4-279" fmla="*/ 3563096 w 7156079"/>
              <a:gd name="connsiteY4-280" fmla="*/ 0 h 2743903"/>
              <a:gd name="connsiteX5-281" fmla="*/ 4758212 w 7156079"/>
              <a:gd name="connsiteY5-282" fmla="*/ 691367 h 2743903"/>
              <a:gd name="connsiteX6-283" fmla="*/ 4753348 w 7156079"/>
              <a:gd name="connsiteY6-284" fmla="*/ 2062967 h 2743903"/>
              <a:gd name="connsiteX7-285" fmla="*/ 5954714 w 7156079"/>
              <a:gd name="connsiteY7-286" fmla="*/ 2743903 h 2743903"/>
              <a:gd name="connsiteX8-287" fmla="*/ 7156079 w 7156079"/>
              <a:gd name="connsiteY8-288" fmla="*/ 2062967 h 2743903"/>
              <a:gd name="connsiteX0-289" fmla="*/ 0 w 7156079"/>
              <a:gd name="connsiteY0-290" fmla="*/ 2052537 h 2750857"/>
              <a:gd name="connsiteX1-291" fmla="*/ 1183297 w 7156079"/>
              <a:gd name="connsiteY1-292" fmla="*/ 1361873 h 2750857"/>
              <a:gd name="connsiteX2-293" fmla="*/ 2372162 w 7156079"/>
              <a:gd name="connsiteY2-294" fmla="*/ 2043495 h 2750857"/>
              <a:gd name="connsiteX3-295" fmla="*/ 2371460 w 7156079"/>
              <a:gd name="connsiteY3-296" fmla="*/ 697619 h 2750857"/>
              <a:gd name="connsiteX4-297" fmla="*/ 3559620 w 7156079"/>
              <a:gd name="connsiteY4-298" fmla="*/ 0 h 2750857"/>
              <a:gd name="connsiteX5-299" fmla="*/ 4758212 w 7156079"/>
              <a:gd name="connsiteY5-300" fmla="*/ 698321 h 2750857"/>
              <a:gd name="connsiteX6-301" fmla="*/ 4753348 w 7156079"/>
              <a:gd name="connsiteY6-302" fmla="*/ 2069921 h 2750857"/>
              <a:gd name="connsiteX7-303" fmla="*/ 5954714 w 7156079"/>
              <a:gd name="connsiteY7-304" fmla="*/ 2750857 h 2750857"/>
              <a:gd name="connsiteX8-305" fmla="*/ 7156079 w 7156079"/>
              <a:gd name="connsiteY8-306" fmla="*/ 2069921 h 2750857"/>
              <a:gd name="connsiteX0-307" fmla="*/ 0 w 7156079"/>
              <a:gd name="connsiteY0-308" fmla="*/ 2052537 h 2750857"/>
              <a:gd name="connsiteX1-309" fmla="*/ 1183297 w 7156079"/>
              <a:gd name="connsiteY1-310" fmla="*/ 1361873 h 2750857"/>
              <a:gd name="connsiteX2-311" fmla="*/ 2372162 w 7156079"/>
              <a:gd name="connsiteY2-312" fmla="*/ 2043495 h 2750857"/>
              <a:gd name="connsiteX3-313" fmla="*/ 2371460 w 7156079"/>
              <a:gd name="connsiteY3-314" fmla="*/ 697619 h 2750857"/>
              <a:gd name="connsiteX4-315" fmla="*/ 3559620 w 7156079"/>
              <a:gd name="connsiteY4-316" fmla="*/ 0 h 2750857"/>
              <a:gd name="connsiteX5-317" fmla="*/ 4751259 w 7156079"/>
              <a:gd name="connsiteY5-318" fmla="*/ 698321 h 2750857"/>
              <a:gd name="connsiteX6-319" fmla="*/ 4753348 w 7156079"/>
              <a:gd name="connsiteY6-320" fmla="*/ 2069921 h 2750857"/>
              <a:gd name="connsiteX7-321" fmla="*/ 5954714 w 7156079"/>
              <a:gd name="connsiteY7-322" fmla="*/ 2750857 h 2750857"/>
              <a:gd name="connsiteX8-323" fmla="*/ 7156079 w 7156079"/>
              <a:gd name="connsiteY8-324" fmla="*/ 2069921 h 2750857"/>
              <a:gd name="connsiteX0-325" fmla="*/ 0 w 7156079"/>
              <a:gd name="connsiteY0-326" fmla="*/ 2052537 h 2750857"/>
              <a:gd name="connsiteX1-327" fmla="*/ 1183297 w 7156079"/>
              <a:gd name="connsiteY1-328" fmla="*/ 1361873 h 2750857"/>
              <a:gd name="connsiteX2-329" fmla="*/ 2372162 w 7156079"/>
              <a:gd name="connsiteY2-330" fmla="*/ 2043495 h 2750857"/>
              <a:gd name="connsiteX3-331" fmla="*/ 2371460 w 7156079"/>
              <a:gd name="connsiteY3-332" fmla="*/ 697619 h 2750857"/>
              <a:gd name="connsiteX4-333" fmla="*/ 3559620 w 7156079"/>
              <a:gd name="connsiteY4-334" fmla="*/ 0 h 2750857"/>
              <a:gd name="connsiteX5-335" fmla="*/ 4751259 w 7156079"/>
              <a:gd name="connsiteY5-336" fmla="*/ 698321 h 2750857"/>
              <a:gd name="connsiteX6-337" fmla="*/ 4742917 w 7156079"/>
              <a:gd name="connsiteY6-338" fmla="*/ 2062967 h 2750857"/>
              <a:gd name="connsiteX7-339" fmla="*/ 5954714 w 7156079"/>
              <a:gd name="connsiteY7-340" fmla="*/ 2750857 h 2750857"/>
              <a:gd name="connsiteX8-341" fmla="*/ 7156079 w 7156079"/>
              <a:gd name="connsiteY8-342" fmla="*/ 2069921 h 2750857"/>
              <a:gd name="connsiteX0-343" fmla="*/ 0 w 7156079"/>
              <a:gd name="connsiteY0-344" fmla="*/ 2052537 h 2736950"/>
              <a:gd name="connsiteX1-345" fmla="*/ 1183297 w 7156079"/>
              <a:gd name="connsiteY1-346" fmla="*/ 1361873 h 2736950"/>
              <a:gd name="connsiteX2-347" fmla="*/ 2372162 w 7156079"/>
              <a:gd name="connsiteY2-348" fmla="*/ 2043495 h 2736950"/>
              <a:gd name="connsiteX3-349" fmla="*/ 2371460 w 7156079"/>
              <a:gd name="connsiteY3-350" fmla="*/ 697619 h 2736950"/>
              <a:gd name="connsiteX4-351" fmla="*/ 3559620 w 7156079"/>
              <a:gd name="connsiteY4-352" fmla="*/ 0 h 2736950"/>
              <a:gd name="connsiteX5-353" fmla="*/ 4751259 w 7156079"/>
              <a:gd name="connsiteY5-354" fmla="*/ 698321 h 2736950"/>
              <a:gd name="connsiteX6-355" fmla="*/ 4742917 w 7156079"/>
              <a:gd name="connsiteY6-356" fmla="*/ 2062967 h 2736950"/>
              <a:gd name="connsiteX7-357" fmla="*/ 5954714 w 7156079"/>
              <a:gd name="connsiteY7-358" fmla="*/ 2736950 h 2736950"/>
              <a:gd name="connsiteX8-359" fmla="*/ 7156079 w 7156079"/>
              <a:gd name="connsiteY8-360" fmla="*/ 2069921 h 2736950"/>
              <a:gd name="connsiteX0-361" fmla="*/ 0 w 7156079"/>
              <a:gd name="connsiteY0-362" fmla="*/ 2052537 h 2736950"/>
              <a:gd name="connsiteX1-363" fmla="*/ 1183297 w 7156079"/>
              <a:gd name="connsiteY1-364" fmla="*/ 1361873 h 2736950"/>
              <a:gd name="connsiteX2-365" fmla="*/ 2372162 w 7156079"/>
              <a:gd name="connsiteY2-366" fmla="*/ 2043495 h 2736950"/>
              <a:gd name="connsiteX3-367" fmla="*/ 2371460 w 7156079"/>
              <a:gd name="connsiteY3-368" fmla="*/ 697619 h 2736950"/>
              <a:gd name="connsiteX4-369" fmla="*/ 3559620 w 7156079"/>
              <a:gd name="connsiteY4-370" fmla="*/ 0 h 2736950"/>
              <a:gd name="connsiteX5-371" fmla="*/ 4751259 w 7156079"/>
              <a:gd name="connsiteY5-372" fmla="*/ 698321 h 2736950"/>
              <a:gd name="connsiteX6-373" fmla="*/ 4760301 w 7156079"/>
              <a:gd name="connsiteY6-374" fmla="*/ 2052536 h 2736950"/>
              <a:gd name="connsiteX7-375" fmla="*/ 5954714 w 7156079"/>
              <a:gd name="connsiteY7-376" fmla="*/ 2736950 h 2736950"/>
              <a:gd name="connsiteX8-377" fmla="*/ 7156079 w 7156079"/>
              <a:gd name="connsiteY8-378" fmla="*/ 2069921 h 2736950"/>
              <a:gd name="connsiteX0-379" fmla="*/ 0 w 7156079"/>
              <a:gd name="connsiteY0-380" fmla="*/ 2052537 h 2736950"/>
              <a:gd name="connsiteX1-381" fmla="*/ 1183297 w 7156079"/>
              <a:gd name="connsiteY1-382" fmla="*/ 1361873 h 2736950"/>
              <a:gd name="connsiteX2-383" fmla="*/ 2372162 w 7156079"/>
              <a:gd name="connsiteY2-384" fmla="*/ 2043495 h 2736950"/>
              <a:gd name="connsiteX3-385" fmla="*/ 2371460 w 7156079"/>
              <a:gd name="connsiteY3-386" fmla="*/ 697619 h 2736950"/>
              <a:gd name="connsiteX4-387" fmla="*/ 3559620 w 7156079"/>
              <a:gd name="connsiteY4-388" fmla="*/ 0 h 2736950"/>
              <a:gd name="connsiteX5-389" fmla="*/ 4751259 w 7156079"/>
              <a:gd name="connsiteY5-390" fmla="*/ 698321 h 2736950"/>
              <a:gd name="connsiteX6-391" fmla="*/ 4742917 w 7156079"/>
              <a:gd name="connsiteY6-392" fmla="*/ 2052536 h 2736950"/>
              <a:gd name="connsiteX7-393" fmla="*/ 5954714 w 7156079"/>
              <a:gd name="connsiteY7-394" fmla="*/ 2736950 h 2736950"/>
              <a:gd name="connsiteX8-395" fmla="*/ 7156079 w 7156079"/>
              <a:gd name="connsiteY8-396" fmla="*/ 2069921 h 2736950"/>
              <a:gd name="connsiteX0-397" fmla="*/ 0 w 7135218"/>
              <a:gd name="connsiteY0-398" fmla="*/ 2052537 h 2736950"/>
              <a:gd name="connsiteX1-399" fmla="*/ 1183297 w 7135218"/>
              <a:gd name="connsiteY1-400" fmla="*/ 1361873 h 2736950"/>
              <a:gd name="connsiteX2-401" fmla="*/ 2372162 w 7135218"/>
              <a:gd name="connsiteY2-402" fmla="*/ 2043495 h 2736950"/>
              <a:gd name="connsiteX3-403" fmla="*/ 2371460 w 7135218"/>
              <a:gd name="connsiteY3-404" fmla="*/ 697619 h 2736950"/>
              <a:gd name="connsiteX4-405" fmla="*/ 3559620 w 7135218"/>
              <a:gd name="connsiteY4-406" fmla="*/ 0 h 2736950"/>
              <a:gd name="connsiteX5-407" fmla="*/ 4751259 w 7135218"/>
              <a:gd name="connsiteY5-408" fmla="*/ 698321 h 2736950"/>
              <a:gd name="connsiteX6-409" fmla="*/ 4742917 w 7135218"/>
              <a:gd name="connsiteY6-410" fmla="*/ 2052536 h 2736950"/>
              <a:gd name="connsiteX7-411" fmla="*/ 5954714 w 7135218"/>
              <a:gd name="connsiteY7-412" fmla="*/ 2736950 h 2736950"/>
              <a:gd name="connsiteX8-413" fmla="*/ 7135218 w 7135218"/>
              <a:gd name="connsiteY8-414" fmla="*/ 2056014 h 2736950"/>
              <a:gd name="connsiteX0-415" fmla="*/ 0 w 7124788"/>
              <a:gd name="connsiteY0-416" fmla="*/ 2052537 h 2736950"/>
              <a:gd name="connsiteX1-417" fmla="*/ 1183297 w 7124788"/>
              <a:gd name="connsiteY1-418" fmla="*/ 1361873 h 2736950"/>
              <a:gd name="connsiteX2-419" fmla="*/ 2372162 w 7124788"/>
              <a:gd name="connsiteY2-420" fmla="*/ 2043495 h 2736950"/>
              <a:gd name="connsiteX3-421" fmla="*/ 2371460 w 7124788"/>
              <a:gd name="connsiteY3-422" fmla="*/ 697619 h 2736950"/>
              <a:gd name="connsiteX4-423" fmla="*/ 3559620 w 7124788"/>
              <a:gd name="connsiteY4-424" fmla="*/ 0 h 2736950"/>
              <a:gd name="connsiteX5-425" fmla="*/ 4751259 w 7124788"/>
              <a:gd name="connsiteY5-426" fmla="*/ 698321 h 2736950"/>
              <a:gd name="connsiteX6-427" fmla="*/ 4742917 w 7124788"/>
              <a:gd name="connsiteY6-428" fmla="*/ 2052536 h 2736950"/>
              <a:gd name="connsiteX7-429" fmla="*/ 5954714 w 7124788"/>
              <a:gd name="connsiteY7-430" fmla="*/ 2736950 h 2736950"/>
              <a:gd name="connsiteX8-431" fmla="*/ 7124788 w 7124788"/>
              <a:gd name="connsiteY8-432" fmla="*/ 2045583 h 2736950"/>
              <a:gd name="connsiteX0-433" fmla="*/ 0 w 7135218"/>
              <a:gd name="connsiteY0-434" fmla="*/ 2052537 h 2736950"/>
              <a:gd name="connsiteX1-435" fmla="*/ 1183297 w 7135218"/>
              <a:gd name="connsiteY1-436" fmla="*/ 1361873 h 2736950"/>
              <a:gd name="connsiteX2-437" fmla="*/ 2372162 w 7135218"/>
              <a:gd name="connsiteY2-438" fmla="*/ 2043495 h 2736950"/>
              <a:gd name="connsiteX3-439" fmla="*/ 2371460 w 7135218"/>
              <a:gd name="connsiteY3-440" fmla="*/ 697619 h 2736950"/>
              <a:gd name="connsiteX4-441" fmla="*/ 3559620 w 7135218"/>
              <a:gd name="connsiteY4-442" fmla="*/ 0 h 2736950"/>
              <a:gd name="connsiteX5-443" fmla="*/ 4751259 w 7135218"/>
              <a:gd name="connsiteY5-444" fmla="*/ 698321 h 2736950"/>
              <a:gd name="connsiteX6-445" fmla="*/ 4742917 w 7135218"/>
              <a:gd name="connsiteY6-446" fmla="*/ 2052536 h 2736950"/>
              <a:gd name="connsiteX7-447" fmla="*/ 5954714 w 7135218"/>
              <a:gd name="connsiteY7-448" fmla="*/ 2736950 h 2736950"/>
              <a:gd name="connsiteX8-449" fmla="*/ 7135218 w 7135218"/>
              <a:gd name="connsiteY8-450" fmla="*/ 2052536 h 2736950"/>
              <a:gd name="connsiteX0-451" fmla="*/ 0 w 7135218"/>
              <a:gd name="connsiteY0-452" fmla="*/ 2052537 h 2736950"/>
              <a:gd name="connsiteX1-453" fmla="*/ 1183297 w 7135218"/>
              <a:gd name="connsiteY1-454" fmla="*/ 1361873 h 2736950"/>
              <a:gd name="connsiteX2-455" fmla="*/ 2376070 w 7135218"/>
              <a:gd name="connsiteY2-456" fmla="*/ 2055218 h 2736950"/>
              <a:gd name="connsiteX3-457" fmla="*/ 2371460 w 7135218"/>
              <a:gd name="connsiteY3-458" fmla="*/ 697619 h 2736950"/>
              <a:gd name="connsiteX4-459" fmla="*/ 3559620 w 7135218"/>
              <a:gd name="connsiteY4-460" fmla="*/ 0 h 2736950"/>
              <a:gd name="connsiteX5-461" fmla="*/ 4751259 w 7135218"/>
              <a:gd name="connsiteY5-462" fmla="*/ 698321 h 2736950"/>
              <a:gd name="connsiteX6-463" fmla="*/ 4742917 w 7135218"/>
              <a:gd name="connsiteY6-464" fmla="*/ 2052536 h 2736950"/>
              <a:gd name="connsiteX7-465" fmla="*/ 5954714 w 7135218"/>
              <a:gd name="connsiteY7-466" fmla="*/ 2736950 h 2736950"/>
              <a:gd name="connsiteX8-467" fmla="*/ 7135218 w 7135218"/>
              <a:gd name="connsiteY8-468" fmla="*/ 2052536 h 2736950"/>
              <a:gd name="connsiteX0-469" fmla="*/ 0 w 7135218"/>
              <a:gd name="connsiteY0-470" fmla="*/ 2067128 h 2736950"/>
              <a:gd name="connsiteX1-471" fmla="*/ 1183297 w 7135218"/>
              <a:gd name="connsiteY1-472" fmla="*/ 1361873 h 2736950"/>
              <a:gd name="connsiteX2-473" fmla="*/ 2376070 w 7135218"/>
              <a:gd name="connsiteY2-474" fmla="*/ 2055218 h 2736950"/>
              <a:gd name="connsiteX3-475" fmla="*/ 2371460 w 7135218"/>
              <a:gd name="connsiteY3-476" fmla="*/ 697619 h 2736950"/>
              <a:gd name="connsiteX4-477" fmla="*/ 3559620 w 7135218"/>
              <a:gd name="connsiteY4-478" fmla="*/ 0 h 2736950"/>
              <a:gd name="connsiteX5-479" fmla="*/ 4751259 w 7135218"/>
              <a:gd name="connsiteY5-480" fmla="*/ 698321 h 2736950"/>
              <a:gd name="connsiteX6-481" fmla="*/ 4742917 w 7135218"/>
              <a:gd name="connsiteY6-482" fmla="*/ 2052536 h 2736950"/>
              <a:gd name="connsiteX7-483" fmla="*/ 5954714 w 7135218"/>
              <a:gd name="connsiteY7-484" fmla="*/ 2736950 h 2736950"/>
              <a:gd name="connsiteX8-485" fmla="*/ 7135218 w 7135218"/>
              <a:gd name="connsiteY8-486" fmla="*/ 2052536 h 2736950"/>
              <a:gd name="connsiteX0-487" fmla="*/ 0 w 7159537"/>
              <a:gd name="connsiteY0-488" fmla="*/ 2062264 h 2736950"/>
              <a:gd name="connsiteX1-489" fmla="*/ 1207616 w 7159537"/>
              <a:gd name="connsiteY1-490" fmla="*/ 1361873 h 2736950"/>
              <a:gd name="connsiteX2-491" fmla="*/ 2400389 w 7159537"/>
              <a:gd name="connsiteY2-492" fmla="*/ 2055218 h 2736950"/>
              <a:gd name="connsiteX3-493" fmla="*/ 2395779 w 7159537"/>
              <a:gd name="connsiteY3-494" fmla="*/ 697619 h 2736950"/>
              <a:gd name="connsiteX4-495" fmla="*/ 3583939 w 7159537"/>
              <a:gd name="connsiteY4-496" fmla="*/ 0 h 2736950"/>
              <a:gd name="connsiteX5-497" fmla="*/ 4775578 w 7159537"/>
              <a:gd name="connsiteY5-498" fmla="*/ 698321 h 2736950"/>
              <a:gd name="connsiteX6-499" fmla="*/ 4767236 w 7159537"/>
              <a:gd name="connsiteY6-500" fmla="*/ 2052536 h 2736950"/>
              <a:gd name="connsiteX7-501" fmla="*/ 5979033 w 7159537"/>
              <a:gd name="connsiteY7-502" fmla="*/ 2736950 h 2736950"/>
              <a:gd name="connsiteX8-503" fmla="*/ 7159537 w 7159537"/>
              <a:gd name="connsiteY8-504" fmla="*/ 2052536 h 2736950"/>
              <a:gd name="connsiteX0-505" fmla="*/ 0 w 7149809"/>
              <a:gd name="connsiteY0-506" fmla="*/ 2071991 h 2736950"/>
              <a:gd name="connsiteX1-507" fmla="*/ 1197888 w 7149809"/>
              <a:gd name="connsiteY1-508" fmla="*/ 1361873 h 2736950"/>
              <a:gd name="connsiteX2-509" fmla="*/ 2390661 w 7149809"/>
              <a:gd name="connsiteY2-510" fmla="*/ 2055218 h 2736950"/>
              <a:gd name="connsiteX3-511" fmla="*/ 2386051 w 7149809"/>
              <a:gd name="connsiteY3-512" fmla="*/ 697619 h 2736950"/>
              <a:gd name="connsiteX4-513" fmla="*/ 3574211 w 7149809"/>
              <a:gd name="connsiteY4-514" fmla="*/ 0 h 2736950"/>
              <a:gd name="connsiteX5-515" fmla="*/ 4765850 w 7149809"/>
              <a:gd name="connsiteY5-516" fmla="*/ 698321 h 2736950"/>
              <a:gd name="connsiteX6-517" fmla="*/ 4757508 w 7149809"/>
              <a:gd name="connsiteY6-518" fmla="*/ 2052536 h 2736950"/>
              <a:gd name="connsiteX7-519" fmla="*/ 5969305 w 7149809"/>
              <a:gd name="connsiteY7-520" fmla="*/ 2736950 h 2736950"/>
              <a:gd name="connsiteX8-521" fmla="*/ 7149809 w 7149809"/>
              <a:gd name="connsiteY8-522" fmla="*/ 2052536 h 2736950"/>
              <a:gd name="connsiteX0-523" fmla="*/ 0 w 7149809"/>
              <a:gd name="connsiteY0-524" fmla="*/ 2071991 h 2736950"/>
              <a:gd name="connsiteX1-525" fmla="*/ 1222208 w 7149809"/>
              <a:gd name="connsiteY1-526" fmla="*/ 1357009 h 2736950"/>
              <a:gd name="connsiteX2-527" fmla="*/ 2390661 w 7149809"/>
              <a:gd name="connsiteY2-528" fmla="*/ 2055218 h 2736950"/>
              <a:gd name="connsiteX3-529" fmla="*/ 2386051 w 7149809"/>
              <a:gd name="connsiteY3-530" fmla="*/ 697619 h 2736950"/>
              <a:gd name="connsiteX4-531" fmla="*/ 3574211 w 7149809"/>
              <a:gd name="connsiteY4-532" fmla="*/ 0 h 2736950"/>
              <a:gd name="connsiteX5-533" fmla="*/ 4765850 w 7149809"/>
              <a:gd name="connsiteY5-534" fmla="*/ 698321 h 2736950"/>
              <a:gd name="connsiteX6-535" fmla="*/ 4757508 w 7149809"/>
              <a:gd name="connsiteY6-536" fmla="*/ 2052536 h 2736950"/>
              <a:gd name="connsiteX7-537" fmla="*/ 5969305 w 7149809"/>
              <a:gd name="connsiteY7-538" fmla="*/ 2736950 h 2736950"/>
              <a:gd name="connsiteX8-539" fmla="*/ 7149809 w 7149809"/>
              <a:gd name="connsiteY8-540" fmla="*/ 2052536 h 2736950"/>
              <a:gd name="connsiteX0-541" fmla="*/ 0 w 7149809"/>
              <a:gd name="connsiteY0-542" fmla="*/ 2071991 h 2736950"/>
              <a:gd name="connsiteX1-543" fmla="*/ 1217344 w 7149809"/>
              <a:gd name="connsiteY1-544" fmla="*/ 1376465 h 2736950"/>
              <a:gd name="connsiteX2-545" fmla="*/ 2390661 w 7149809"/>
              <a:gd name="connsiteY2-546" fmla="*/ 2055218 h 2736950"/>
              <a:gd name="connsiteX3-547" fmla="*/ 2386051 w 7149809"/>
              <a:gd name="connsiteY3-548" fmla="*/ 697619 h 2736950"/>
              <a:gd name="connsiteX4-549" fmla="*/ 3574211 w 7149809"/>
              <a:gd name="connsiteY4-550" fmla="*/ 0 h 2736950"/>
              <a:gd name="connsiteX5-551" fmla="*/ 4765850 w 7149809"/>
              <a:gd name="connsiteY5-552" fmla="*/ 698321 h 2736950"/>
              <a:gd name="connsiteX6-553" fmla="*/ 4757508 w 7149809"/>
              <a:gd name="connsiteY6-554" fmla="*/ 2052536 h 2736950"/>
              <a:gd name="connsiteX7-555" fmla="*/ 5969305 w 7149809"/>
              <a:gd name="connsiteY7-556" fmla="*/ 2736950 h 2736950"/>
              <a:gd name="connsiteX8-557" fmla="*/ 7149809 w 7149809"/>
              <a:gd name="connsiteY8-558" fmla="*/ 2052536 h 2736950"/>
              <a:gd name="connsiteX0-559" fmla="*/ 0 w 7149809"/>
              <a:gd name="connsiteY0-560" fmla="*/ 2071991 h 2736950"/>
              <a:gd name="connsiteX1-561" fmla="*/ 1217344 w 7149809"/>
              <a:gd name="connsiteY1-562" fmla="*/ 1376465 h 2736950"/>
              <a:gd name="connsiteX2-563" fmla="*/ 2390661 w 7149809"/>
              <a:gd name="connsiteY2-564" fmla="*/ 2055218 h 2736950"/>
              <a:gd name="connsiteX3-565" fmla="*/ 2386051 w 7149809"/>
              <a:gd name="connsiteY3-566" fmla="*/ 697619 h 2736950"/>
              <a:gd name="connsiteX4-567" fmla="*/ 3574211 w 7149809"/>
              <a:gd name="connsiteY4-568" fmla="*/ 0 h 2736950"/>
              <a:gd name="connsiteX5-569" fmla="*/ 4765850 w 7149809"/>
              <a:gd name="connsiteY5-570" fmla="*/ 698321 h 2736950"/>
              <a:gd name="connsiteX6-571" fmla="*/ 4757508 w 7149809"/>
              <a:gd name="connsiteY6-572" fmla="*/ 2052536 h 2736950"/>
              <a:gd name="connsiteX7-573" fmla="*/ 5969305 w 7149809"/>
              <a:gd name="connsiteY7-574" fmla="*/ 2736950 h 2736950"/>
              <a:gd name="connsiteX8-575" fmla="*/ 7149809 w 7149809"/>
              <a:gd name="connsiteY8-576" fmla="*/ 2052536 h 2736950"/>
              <a:gd name="connsiteX0-577" fmla="*/ 0 w 7149809"/>
              <a:gd name="connsiteY0-578" fmla="*/ 2071991 h 2736950"/>
              <a:gd name="connsiteX1-579" fmla="*/ 1212480 w 7149809"/>
              <a:gd name="connsiteY1-580" fmla="*/ 1376465 h 2736950"/>
              <a:gd name="connsiteX2-581" fmla="*/ 2390661 w 7149809"/>
              <a:gd name="connsiteY2-582" fmla="*/ 2055218 h 2736950"/>
              <a:gd name="connsiteX3-583" fmla="*/ 2386051 w 7149809"/>
              <a:gd name="connsiteY3-584" fmla="*/ 697619 h 2736950"/>
              <a:gd name="connsiteX4-585" fmla="*/ 3574211 w 7149809"/>
              <a:gd name="connsiteY4-586" fmla="*/ 0 h 2736950"/>
              <a:gd name="connsiteX5-587" fmla="*/ 4765850 w 7149809"/>
              <a:gd name="connsiteY5-588" fmla="*/ 698321 h 2736950"/>
              <a:gd name="connsiteX6-589" fmla="*/ 4757508 w 7149809"/>
              <a:gd name="connsiteY6-590" fmla="*/ 2052536 h 2736950"/>
              <a:gd name="connsiteX7-591" fmla="*/ 5969305 w 7149809"/>
              <a:gd name="connsiteY7-592" fmla="*/ 2736950 h 2736950"/>
              <a:gd name="connsiteX8-593" fmla="*/ 7149809 w 7149809"/>
              <a:gd name="connsiteY8-594" fmla="*/ 2052536 h 2736950"/>
              <a:gd name="connsiteX0-595" fmla="*/ 0 w 7149809"/>
              <a:gd name="connsiteY0-596" fmla="*/ 2071991 h 2736950"/>
              <a:gd name="connsiteX1-597" fmla="*/ 1212480 w 7149809"/>
              <a:gd name="connsiteY1-598" fmla="*/ 1376465 h 2736950"/>
              <a:gd name="connsiteX2-599" fmla="*/ 2390661 w 7149809"/>
              <a:gd name="connsiteY2-600" fmla="*/ 2055218 h 2736950"/>
              <a:gd name="connsiteX3-601" fmla="*/ 2386051 w 7149809"/>
              <a:gd name="connsiteY3-602" fmla="*/ 697619 h 2736950"/>
              <a:gd name="connsiteX4-603" fmla="*/ 3574211 w 7149809"/>
              <a:gd name="connsiteY4-604" fmla="*/ 0 h 2736950"/>
              <a:gd name="connsiteX5-605" fmla="*/ 4765850 w 7149809"/>
              <a:gd name="connsiteY5-606" fmla="*/ 698321 h 2736950"/>
              <a:gd name="connsiteX6-607" fmla="*/ 4757508 w 7149809"/>
              <a:gd name="connsiteY6-608" fmla="*/ 2052536 h 2736950"/>
              <a:gd name="connsiteX7-609" fmla="*/ 5969305 w 7149809"/>
              <a:gd name="connsiteY7-610" fmla="*/ 2736950 h 2736950"/>
              <a:gd name="connsiteX8-611" fmla="*/ 7149809 w 7149809"/>
              <a:gd name="connsiteY8-612" fmla="*/ 2052536 h 2736950"/>
              <a:gd name="connsiteX0-613" fmla="*/ 0 w 7149809"/>
              <a:gd name="connsiteY0-614" fmla="*/ 2071991 h 2736950"/>
              <a:gd name="connsiteX1-615" fmla="*/ 1194700 w 7149809"/>
              <a:gd name="connsiteY1-616" fmla="*/ 1371385 h 2736950"/>
              <a:gd name="connsiteX2-617" fmla="*/ 2390661 w 7149809"/>
              <a:gd name="connsiteY2-618" fmla="*/ 2055218 h 2736950"/>
              <a:gd name="connsiteX3-619" fmla="*/ 2386051 w 7149809"/>
              <a:gd name="connsiteY3-620" fmla="*/ 697619 h 2736950"/>
              <a:gd name="connsiteX4-621" fmla="*/ 3574211 w 7149809"/>
              <a:gd name="connsiteY4-622" fmla="*/ 0 h 2736950"/>
              <a:gd name="connsiteX5-623" fmla="*/ 4765850 w 7149809"/>
              <a:gd name="connsiteY5-624" fmla="*/ 698321 h 2736950"/>
              <a:gd name="connsiteX6-625" fmla="*/ 4757508 w 7149809"/>
              <a:gd name="connsiteY6-626" fmla="*/ 2052536 h 2736950"/>
              <a:gd name="connsiteX7-627" fmla="*/ 5969305 w 7149809"/>
              <a:gd name="connsiteY7-628" fmla="*/ 2736950 h 2736950"/>
              <a:gd name="connsiteX8-629" fmla="*/ 7149809 w 7149809"/>
              <a:gd name="connsiteY8-630" fmla="*/ 2052536 h 2736950"/>
              <a:gd name="connsiteX0-631" fmla="*/ 0 w 7149809"/>
              <a:gd name="connsiteY0-632" fmla="*/ 2071991 h 2736950"/>
              <a:gd name="connsiteX1-633" fmla="*/ 1194700 w 7149809"/>
              <a:gd name="connsiteY1-634" fmla="*/ 1371385 h 2736950"/>
              <a:gd name="connsiteX2-635" fmla="*/ 2390661 w 7149809"/>
              <a:gd name="connsiteY2-636" fmla="*/ 2055218 h 2736950"/>
              <a:gd name="connsiteX3-637" fmla="*/ 2386051 w 7149809"/>
              <a:gd name="connsiteY3-638" fmla="*/ 697619 h 2736950"/>
              <a:gd name="connsiteX4-639" fmla="*/ 3574211 w 7149809"/>
              <a:gd name="connsiteY4-640" fmla="*/ 0 h 2736950"/>
              <a:gd name="connsiteX5-641" fmla="*/ 4765850 w 7149809"/>
              <a:gd name="connsiteY5-642" fmla="*/ 698321 h 2736950"/>
              <a:gd name="connsiteX6-643" fmla="*/ 4757508 w 7149809"/>
              <a:gd name="connsiteY6-644" fmla="*/ 2052536 h 2736950"/>
              <a:gd name="connsiteX7-645" fmla="*/ 5969305 w 7149809"/>
              <a:gd name="connsiteY7-646" fmla="*/ 2736950 h 2736950"/>
              <a:gd name="connsiteX8-647" fmla="*/ 7149809 w 7149809"/>
              <a:gd name="connsiteY8-648" fmla="*/ 2052536 h 2736950"/>
              <a:gd name="connsiteX0-649" fmla="*/ 0 w 7149809"/>
              <a:gd name="connsiteY0-650" fmla="*/ 2071991 h 2736950"/>
              <a:gd name="connsiteX1-651" fmla="*/ 1194700 w 7149809"/>
              <a:gd name="connsiteY1-652" fmla="*/ 1371385 h 2736950"/>
              <a:gd name="connsiteX2-653" fmla="*/ 2390661 w 7149809"/>
              <a:gd name="connsiteY2-654" fmla="*/ 2055218 h 2736950"/>
              <a:gd name="connsiteX3-655" fmla="*/ 2386051 w 7149809"/>
              <a:gd name="connsiteY3-656" fmla="*/ 697619 h 2736950"/>
              <a:gd name="connsiteX4-657" fmla="*/ 3574211 w 7149809"/>
              <a:gd name="connsiteY4-658" fmla="*/ 0 h 2736950"/>
              <a:gd name="connsiteX5-659" fmla="*/ 4765850 w 7149809"/>
              <a:gd name="connsiteY5-660" fmla="*/ 698321 h 2736950"/>
              <a:gd name="connsiteX6-661" fmla="*/ 4757508 w 7149809"/>
              <a:gd name="connsiteY6-662" fmla="*/ 2052536 h 2736950"/>
              <a:gd name="connsiteX7-663" fmla="*/ 5969305 w 7149809"/>
              <a:gd name="connsiteY7-664" fmla="*/ 2736950 h 2736950"/>
              <a:gd name="connsiteX8-665" fmla="*/ 7149809 w 7149809"/>
              <a:gd name="connsiteY8-666" fmla="*/ 2052536 h 2736950"/>
              <a:gd name="connsiteX0-667" fmla="*/ 0 w 7149809"/>
              <a:gd name="connsiteY0-668" fmla="*/ 2071991 h 2736950"/>
              <a:gd name="connsiteX1-669" fmla="*/ 1194700 w 7149809"/>
              <a:gd name="connsiteY1-670" fmla="*/ 1371385 h 2736950"/>
              <a:gd name="connsiteX2-671" fmla="*/ 2390661 w 7149809"/>
              <a:gd name="connsiteY2-672" fmla="*/ 2055218 h 2736950"/>
              <a:gd name="connsiteX3-673" fmla="*/ 2386051 w 7149809"/>
              <a:gd name="connsiteY3-674" fmla="*/ 697619 h 2736950"/>
              <a:gd name="connsiteX4-675" fmla="*/ 3574211 w 7149809"/>
              <a:gd name="connsiteY4-676" fmla="*/ 0 h 2736950"/>
              <a:gd name="connsiteX5-677" fmla="*/ 4765850 w 7149809"/>
              <a:gd name="connsiteY5-678" fmla="*/ 698321 h 2736950"/>
              <a:gd name="connsiteX6-679" fmla="*/ 4757508 w 7149809"/>
              <a:gd name="connsiteY6-680" fmla="*/ 2052536 h 2736950"/>
              <a:gd name="connsiteX7-681" fmla="*/ 5969305 w 7149809"/>
              <a:gd name="connsiteY7-682" fmla="*/ 2736950 h 2736950"/>
              <a:gd name="connsiteX8-683" fmla="*/ 7149809 w 7149809"/>
              <a:gd name="connsiteY8-684" fmla="*/ 2052536 h 2736950"/>
              <a:gd name="connsiteX0-685" fmla="*/ 0 w 7149809"/>
              <a:gd name="connsiteY0-686" fmla="*/ 2071991 h 2736950"/>
              <a:gd name="connsiteX1-687" fmla="*/ 1194700 w 7149809"/>
              <a:gd name="connsiteY1-688" fmla="*/ 1371385 h 2736950"/>
              <a:gd name="connsiteX2-689" fmla="*/ 2390661 w 7149809"/>
              <a:gd name="connsiteY2-690" fmla="*/ 2055218 h 2736950"/>
              <a:gd name="connsiteX3-691" fmla="*/ 2386051 w 7149809"/>
              <a:gd name="connsiteY3-692" fmla="*/ 697619 h 2736950"/>
              <a:gd name="connsiteX4-693" fmla="*/ 3574211 w 7149809"/>
              <a:gd name="connsiteY4-694" fmla="*/ 0 h 2736950"/>
              <a:gd name="connsiteX5-695" fmla="*/ 4765850 w 7149809"/>
              <a:gd name="connsiteY5-696" fmla="*/ 698321 h 2736950"/>
              <a:gd name="connsiteX6-697" fmla="*/ 4757508 w 7149809"/>
              <a:gd name="connsiteY6-698" fmla="*/ 2052536 h 2736950"/>
              <a:gd name="connsiteX7-699" fmla="*/ 5969305 w 7149809"/>
              <a:gd name="connsiteY7-700" fmla="*/ 2736950 h 2736950"/>
              <a:gd name="connsiteX8-701" fmla="*/ 7149809 w 7149809"/>
              <a:gd name="connsiteY8-702" fmla="*/ 2052536 h 2736950"/>
              <a:gd name="connsiteX0-703" fmla="*/ 0 w 7149809"/>
              <a:gd name="connsiteY0-704" fmla="*/ 2071991 h 2736950"/>
              <a:gd name="connsiteX1-705" fmla="*/ 1194700 w 7149809"/>
              <a:gd name="connsiteY1-706" fmla="*/ 1371385 h 2736950"/>
              <a:gd name="connsiteX2-707" fmla="*/ 2390661 w 7149809"/>
              <a:gd name="connsiteY2-708" fmla="*/ 2055218 h 2736950"/>
              <a:gd name="connsiteX3-709" fmla="*/ 2386051 w 7149809"/>
              <a:gd name="connsiteY3-710" fmla="*/ 697619 h 2736950"/>
              <a:gd name="connsiteX4-711" fmla="*/ 3574211 w 7149809"/>
              <a:gd name="connsiteY4-712" fmla="*/ 0 h 2736950"/>
              <a:gd name="connsiteX5-713" fmla="*/ 4758230 w 7149809"/>
              <a:gd name="connsiteY5-714" fmla="*/ 698321 h 2736950"/>
              <a:gd name="connsiteX6-715" fmla="*/ 4757508 w 7149809"/>
              <a:gd name="connsiteY6-716" fmla="*/ 2052536 h 2736950"/>
              <a:gd name="connsiteX7-717" fmla="*/ 5969305 w 7149809"/>
              <a:gd name="connsiteY7-718" fmla="*/ 2736950 h 2736950"/>
              <a:gd name="connsiteX8-719" fmla="*/ 7149809 w 7149809"/>
              <a:gd name="connsiteY8-720" fmla="*/ 2052536 h 2736950"/>
              <a:gd name="connsiteX0-721" fmla="*/ 0 w 7149809"/>
              <a:gd name="connsiteY0-722" fmla="*/ 2071991 h 2736950"/>
              <a:gd name="connsiteX1-723" fmla="*/ 1194700 w 7149809"/>
              <a:gd name="connsiteY1-724" fmla="*/ 1371385 h 2736950"/>
              <a:gd name="connsiteX2-725" fmla="*/ 2390661 w 7149809"/>
              <a:gd name="connsiteY2-726" fmla="*/ 2055218 h 2736950"/>
              <a:gd name="connsiteX3-727" fmla="*/ 2386051 w 7149809"/>
              <a:gd name="connsiteY3-728" fmla="*/ 697619 h 2736950"/>
              <a:gd name="connsiteX4-729" fmla="*/ 3574211 w 7149809"/>
              <a:gd name="connsiteY4-730" fmla="*/ 0 h 2736950"/>
              <a:gd name="connsiteX5-731" fmla="*/ 4770930 w 7149809"/>
              <a:gd name="connsiteY5-732" fmla="*/ 698321 h 2736950"/>
              <a:gd name="connsiteX6-733" fmla="*/ 4757508 w 7149809"/>
              <a:gd name="connsiteY6-734" fmla="*/ 2052536 h 2736950"/>
              <a:gd name="connsiteX7-735" fmla="*/ 5969305 w 7149809"/>
              <a:gd name="connsiteY7-736" fmla="*/ 2736950 h 2736950"/>
              <a:gd name="connsiteX8-737" fmla="*/ 7149809 w 7149809"/>
              <a:gd name="connsiteY8-738" fmla="*/ 2052536 h 2736950"/>
              <a:gd name="connsiteX0-739" fmla="*/ 0 w 7149809"/>
              <a:gd name="connsiteY0-740" fmla="*/ 2071991 h 2736950"/>
              <a:gd name="connsiteX1-741" fmla="*/ 1194700 w 7149809"/>
              <a:gd name="connsiteY1-742" fmla="*/ 1371385 h 2736950"/>
              <a:gd name="connsiteX2-743" fmla="*/ 2390661 w 7149809"/>
              <a:gd name="connsiteY2-744" fmla="*/ 2055218 h 2736950"/>
              <a:gd name="connsiteX3-745" fmla="*/ 2386051 w 7149809"/>
              <a:gd name="connsiteY3-746" fmla="*/ 697619 h 2736950"/>
              <a:gd name="connsiteX4-747" fmla="*/ 3574211 w 7149809"/>
              <a:gd name="connsiteY4-748" fmla="*/ 0 h 2736950"/>
              <a:gd name="connsiteX5-749" fmla="*/ 4770930 w 7149809"/>
              <a:gd name="connsiteY5-750" fmla="*/ 698321 h 2736950"/>
              <a:gd name="connsiteX6-751" fmla="*/ 4757508 w 7149809"/>
              <a:gd name="connsiteY6-752" fmla="*/ 2047456 h 2736950"/>
              <a:gd name="connsiteX7-753" fmla="*/ 5969305 w 7149809"/>
              <a:gd name="connsiteY7-754" fmla="*/ 2736950 h 2736950"/>
              <a:gd name="connsiteX8-755" fmla="*/ 7149809 w 7149809"/>
              <a:gd name="connsiteY8-756" fmla="*/ 2052536 h 2736950"/>
              <a:gd name="connsiteX0-757" fmla="*/ 0 w 7152768"/>
              <a:gd name="connsiteY0-758" fmla="*/ 2063113 h 2736950"/>
              <a:gd name="connsiteX1-759" fmla="*/ 1197659 w 7152768"/>
              <a:gd name="connsiteY1-760" fmla="*/ 1371385 h 2736950"/>
              <a:gd name="connsiteX2-761" fmla="*/ 2393620 w 7152768"/>
              <a:gd name="connsiteY2-762" fmla="*/ 2055218 h 2736950"/>
              <a:gd name="connsiteX3-763" fmla="*/ 2389010 w 7152768"/>
              <a:gd name="connsiteY3-764" fmla="*/ 697619 h 2736950"/>
              <a:gd name="connsiteX4-765" fmla="*/ 3577170 w 7152768"/>
              <a:gd name="connsiteY4-766" fmla="*/ 0 h 2736950"/>
              <a:gd name="connsiteX5-767" fmla="*/ 4773889 w 7152768"/>
              <a:gd name="connsiteY5-768" fmla="*/ 698321 h 2736950"/>
              <a:gd name="connsiteX6-769" fmla="*/ 4760467 w 7152768"/>
              <a:gd name="connsiteY6-770" fmla="*/ 2047456 h 2736950"/>
              <a:gd name="connsiteX7-771" fmla="*/ 5972264 w 7152768"/>
              <a:gd name="connsiteY7-772" fmla="*/ 2736950 h 2736950"/>
              <a:gd name="connsiteX8-773" fmla="*/ 7152768 w 7152768"/>
              <a:gd name="connsiteY8-774" fmla="*/ 2052536 h 273695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7152768" h="2736950">
                <a:moveTo>
                  <a:pt x="0" y="2063113"/>
                </a:moveTo>
                <a:cubicBezTo>
                  <a:pt x="405781" y="1831271"/>
                  <a:pt x="752967" y="1616359"/>
                  <a:pt x="1197659" y="1371385"/>
                </a:cubicBezTo>
                <a:lnTo>
                  <a:pt x="2393620" y="2055218"/>
                </a:lnTo>
                <a:cubicBezTo>
                  <a:pt x="2396863" y="1599639"/>
                  <a:pt x="2385767" y="1153198"/>
                  <a:pt x="2389010" y="697619"/>
                </a:cubicBezTo>
                <a:lnTo>
                  <a:pt x="3577170" y="0"/>
                </a:lnTo>
                <a:lnTo>
                  <a:pt x="4773889" y="698321"/>
                </a:lnTo>
                <a:cubicBezTo>
                  <a:pt x="4772268" y="1155521"/>
                  <a:pt x="4762088" y="1590256"/>
                  <a:pt x="4760467" y="2047456"/>
                </a:cubicBezTo>
                <a:lnTo>
                  <a:pt x="5972264" y="2736950"/>
                </a:lnTo>
                <a:lnTo>
                  <a:pt x="7152768" y="2052536"/>
                </a:lnTo>
              </a:path>
            </a:pathLst>
          </a:custGeom>
          <a:noFill/>
          <a:ln w="38100" cap="flat" cmpd="sng" algn="ctr">
            <a:solidFill>
              <a:schemeClr val="accent6">
                <a:lumMod val="10000"/>
                <a:lumOff val="90000"/>
              </a:schemeClr>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2" name="Freeform: Shape 31"/>
          <p:cNvSpPr/>
          <p:nvPr userDrawn="1"/>
        </p:nvSpPr>
        <p:spPr>
          <a:xfrm>
            <a:off x="8440979" y="1677475"/>
            <a:ext cx="2373549" cy="2062264"/>
          </a:xfrm>
          <a:custGeom>
            <a:avLst/>
            <a:gdLst>
              <a:gd name="connsiteX0" fmla="*/ 2373549 w 2373549"/>
              <a:gd name="connsiteY0" fmla="*/ 680936 h 2062264"/>
              <a:gd name="connsiteX1" fmla="*/ 1186774 w 2373549"/>
              <a:gd name="connsiteY1" fmla="*/ 0 h 2062264"/>
              <a:gd name="connsiteX2" fmla="*/ 0 w 2373549"/>
              <a:gd name="connsiteY2" fmla="*/ 690664 h 2062264"/>
              <a:gd name="connsiteX3" fmla="*/ 0 w 2373549"/>
              <a:gd name="connsiteY3" fmla="*/ 2062264 h 2062264"/>
            </a:gdLst>
            <a:ahLst/>
            <a:cxnLst>
              <a:cxn ang="0">
                <a:pos x="connsiteX0" y="connsiteY0"/>
              </a:cxn>
              <a:cxn ang="0">
                <a:pos x="connsiteX1" y="connsiteY1"/>
              </a:cxn>
              <a:cxn ang="0">
                <a:pos x="connsiteX2" y="connsiteY2"/>
              </a:cxn>
              <a:cxn ang="0">
                <a:pos x="connsiteX3" y="connsiteY3"/>
              </a:cxn>
            </a:cxnLst>
            <a:rect l="l" t="t" r="r" b="b"/>
            <a:pathLst>
              <a:path w="2373549" h="2062264">
                <a:moveTo>
                  <a:pt x="2373549" y="680936"/>
                </a:moveTo>
                <a:lnTo>
                  <a:pt x="1186774" y="0"/>
                </a:lnTo>
                <a:lnTo>
                  <a:pt x="0" y="690664"/>
                </a:lnTo>
                <a:lnTo>
                  <a:pt x="0" y="2062264"/>
                </a:lnTo>
              </a:path>
            </a:pathLst>
          </a:custGeom>
          <a:noFill/>
          <a:ln w="38100" cap="flat" cmpd="sng" algn="ctr">
            <a:solidFill>
              <a:schemeClr val="accent6">
                <a:lumMod val="10000"/>
                <a:lumOff val="90000"/>
              </a:schemeClr>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3" name="Freeform: Shape 34"/>
          <p:cNvSpPr/>
          <p:nvPr userDrawn="1"/>
        </p:nvSpPr>
        <p:spPr>
          <a:xfrm flipH="1">
            <a:off x="10715501" y="2243467"/>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4" name="Freeform: Shape 45"/>
          <p:cNvSpPr/>
          <p:nvPr userDrawn="1"/>
        </p:nvSpPr>
        <p:spPr>
          <a:xfrm flipH="1">
            <a:off x="9534557" y="1571099"/>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5" name="Freeform: Shape 46"/>
          <p:cNvSpPr/>
          <p:nvPr userDrawn="1"/>
        </p:nvSpPr>
        <p:spPr>
          <a:xfrm flipH="1">
            <a:off x="8328171" y="2258376"/>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6" name="Freeform: Shape 47"/>
          <p:cNvSpPr/>
          <p:nvPr userDrawn="1"/>
        </p:nvSpPr>
        <p:spPr>
          <a:xfrm flipH="1">
            <a:off x="8333460" y="3610854"/>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7" name="Freeform: Shape 48"/>
          <p:cNvSpPr/>
          <p:nvPr userDrawn="1"/>
        </p:nvSpPr>
        <p:spPr>
          <a:xfrm flipH="1">
            <a:off x="7146016" y="429086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8" name="Freeform: Shape 49"/>
          <p:cNvSpPr/>
          <p:nvPr userDrawn="1"/>
        </p:nvSpPr>
        <p:spPr>
          <a:xfrm flipH="1">
            <a:off x="5937847" y="361339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9" name="Freeform: Shape 50"/>
          <p:cNvSpPr/>
          <p:nvPr userDrawn="1"/>
        </p:nvSpPr>
        <p:spPr>
          <a:xfrm flipH="1">
            <a:off x="5951993" y="225130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0" name="Freeform: Shape 51"/>
          <p:cNvSpPr/>
          <p:nvPr userDrawn="1"/>
        </p:nvSpPr>
        <p:spPr>
          <a:xfrm flipH="1">
            <a:off x="4778156" y="1565771"/>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1" name="Freeform: Shape 52"/>
          <p:cNvSpPr/>
          <p:nvPr userDrawn="1"/>
        </p:nvSpPr>
        <p:spPr>
          <a:xfrm flipH="1">
            <a:off x="3565843" y="2247823"/>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2" name="Freeform: Shape 53"/>
          <p:cNvSpPr/>
          <p:nvPr userDrawn="1"/>
        </p:nvSpPr>
        <p:spPr>
          <a:xfrm flipH="1">
            <a:off x="3565952" y="361339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3" name="Freeform: Shape 54"/>
          <p:cNvSpPr/>
          <p:nvPr userDrawn="1"/>
        </p:nvSpPr>
        <p:spPr>
          <a:xfrm flipH="1">
            <a:off x="2386318" y="2962784"/>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4" name="Freeform: Shape 55"/>
          <p:cNvSpPr/>
          <p:nvPr userDrawn="1"/>
        </p:nvSpPr>
        <p:spPr>
          <a:xfrm flipH="1">
            <a:off x="1190302" y="361221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5" name="Content placeholder 47" descr="Click icon to add picture"/>
          <p:cNvSpPr>
            <a:spLocks noGrp="1"/>
          </p:cNvSpPr>
          <p:nvPr>
            <p:ph type="body" sz="quarter" idx="27" hasCustomPrompt="1"/>
          </p:nvPr>
        </p:nvSpPr>
        <p:spPr>
          <a:xfrm>
            <a:off x="1507136" y="3865003"/>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86" name="Content placeholder 47"/>
          <p:cNvSpPr>
            <a:spLocks noGrp="1"/>
          </p:cNvSpPr>
          <p:nvPr>
            <p:ph type="body" sz="quarter" idx="28" hasCustomPrompt="1"/>
          </p:nvPr>
        </p:nvSpPr>
        <p:spPr>
          <a:xfrm>
            <a:off x="1507136" y="4447079"/>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87" name="Content placeholder 47" descr="Click icon to add picture"/>
          <p:cNvSpPr>
            <a:spLocks noGrp="1"/>
          </p:cNvSpPr>
          <p:nvPr>
            <p:ph type="body" sz="quarter" idx="38" hasCustomPrompt="1"/>
          </p:nvPr>
        </p:nvSpPr>
        <p:spPr>
          <a:xfrm>
            <a:off x="3889942" y="2355643"/>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88" name="Content placeholder 47"/>
          <p:cNvSpPr>
            <a:spLocks noGrp="1"/>
          </p:cNvSpPr>
          <p:nvPr>
            <p:ph type="body" sz="quarter" idx="39" hasCustomPrompt="1"/>
          </p:nvPr>
        </p:nvSpPr>
        <p:spPr>
          <a:xfrm>
            <a:off x="3889942" y="2937719"/>
            <a:ext cx="1877575" cy="506399"/>
          </a:xfrm>
          <a:prstGeom prst="rect">
            <a:avLst/>
          </a:prstGeom>
        </p:spPr>
        <p:txBody>
          <a:bodyPr>
            <a:noAutofit/>
          </a:bodyPr>
          <a:lstStyle>
            <a:lvl1pPr marL="0" indent="0" algn="ctr">
              <a:lnSpc>
                <a:spcPct val="90000"/>
              </a:lnSpc>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89" name="Content placeholder 47" descr="Click icon to add picture"/>
          <p:cNvSpPr>
            <a:spLocks noGrp="1"/>
          </p:cNvSpPr>
          <p:nvPr>
            <p:ph type="body" sz="quarter" idx="40" hasCustomPrompt="1"/>
          </p:nvPr>
        </p:nvSpPr>
        <p:spPr>
          <a:xfrm>
            <a:off x="5107230" y="4469081"/>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0" name="Content placeholder 47"/>
          <p:cNvSpPr>
            <a:spLocks noGrp="1"/>
          </p:cNvSpPr>
          <p:nvPr>
            <p:ph type="body" sz="quarter" idx="41" hasCustomPrompt="1"/>
          </p:nvPr>
        </p:nvSpPr>
        <p:spPr>
          <a:xfrm>
            <a:off x="5107230" y="5051157"/>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91" name="Content placeholder 47" descr="Click icon to add picture"/>
          <p:cNvSpPr>
            <a:spLocks noGrp="1"/>
          </p:cNvSpPr>
          <p:nvPr>
            <p:ph type="body" sz="quarter" idx="42" hasCustomPrompt="1"/>
          </p:nvPr>
        </p:nvSpPr>
        <p:spPr>
          <a:xfrm>
            <a:off x="7501941" y="4469081"/>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2" name="Content placeholder 47"/>
          <p:cNvSpPr>
            <a:spLocks noGrp="1"/>
          </p:cNvSpPr>
          <p:nvPr>
            <p:ph type="body" sz="quarter" idx="43" hasCustomPrompt="1"/>
          </p:nvPr>
        </p:nvSpPr>
        <p:spPr>
          <a:xfrm>
            <a:off x="7501941" y="5051157"/>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93" name="Content placeholder 47" descr="Click icon to add picture"/>
          <p:cNvSpPr>
            <a:spLocks noGrp="1"/>
          </p:cNvSpPr>
          <p:nvPr>
            <p:ph type="body" sz="quarter" idx="44" hasCustomPrompt="1"/>
          </p:nvPr>
        </p:nvSpPr>
        <p:spPr>
          <a:xfrm>
            <a:off x="8734718" y="2355643"/>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4" name="Content placeholder 47"/>
          <p:cNvSpPr>
            <a:spLocks noGrp="1"/>
          </p:cNvSpPr>
          <p:nvPr>
            <p:ph type="body" sz="quarter" idx="45" hasCustomPrompt="1"/>
          </p:nvPr>
        </p:nvSpPr>
        <p:spPr>
          <a:xfrm>
            <a:off x="8734718" y="2937719"/>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2" name="Title 1"/>
          <p:cNvSpPr>
            <a:spLocks noGrp="1"/>
          </p:cNvSpPr>
          <p:nvPr>
            <p:ph type="title"/>
          </p:nvPr>
        </p:nvSpPr>
        <p:spPr>
          <a:xfrm>
            <a:off x="578914" y="726705"/>
            <a:ext cx="10515600" cy="1205058"/>
          </a:xfrm>
        </p:spPr>
        <p:txBody>
          <a:bodyPr anchor="t">
            <a:noAutofit/>
          </a:bodyPr>
          <a:lstStyle>
            <a:lvl1pPr algn="l">
              <a:defRPr>
                <a:solidFill>
                  <a:schemeClr val="accent6"/>
                </a:solidFill>
              </a:defRPr>
            </a:lvl1pPr>
          </a:lstStyle>
          <a:p>
            <a:r>
              <a:rPr lang="en-US"/>
              <a:t>Click to edit Master title style</a:t>
            </a:r>
            <a:endParaRPr lang="en-US" dirty="0"/>
          </a:p>
        </p:txBody>
      </p:sp>
      <p:sp>
        <p:nvSpPr>
          <p:cNvPr id="3" name="Footer Placeholder 2"/>
          <p:cNvSpPr>
            <a:spLocks noGrp="1"/>
          </p:cNvSpPr>
          <p:nvPr>
            <p:ph type="ftr" sz="quarter" idx="46"/>
          </p:nvPr>
        </p:nvSpPr>
        <p:spPr/>
        <p:txBody>
          <a:bodyPr>
            <a:noAutofit/>
          </a:bodyPr>
          <a:lstStyle>
            <a:lvl1pPr>
              <a:defRPr>
                <a:solidFill>
                  <a:schemeClr val="accent6"/>
                </a:solidFill>
              </a:defRPr>
            </a:lvl1pPr>
          </a:lstStyle>
          <a:p>
            <a:r>
              <a:rPr lang="en-US"/>
              <a:t>Presentation title</a:t>
            </a:r>
            <a:endParaRPr lang="en-US" dirty="0"/>
          </a:p>
        </p:txBody>
      </p:sp>
      <p:sp>
        <p:nvSpPr>
          <p:cNvPr id="4" name="Slide Number Placeholder 3"/>
          <p:cNvSpPr>
            <a:spLocks noGrp="1"/>
          </p:cNvSpPr>
          <p:nvPr>
            <p:ph type="sldNum" sz="quarter" idx="47"/>
          </p:nvPr>
        </p:nvSpPr>
        <p:spPr/>
        <p:txBody>
          <a:bodyPr>
            <a:noAutofit/>
          </a:bodyPr>
          <a:lstStyle>
            <a:lvl1pPr>
              <a:defRPr>
                <a:solidFill>
                  <a:schemeClr val="accent6"/>
                </a:solidFill>
              </a:defRPr>
            </a:lvl1pPr>
          </a:lstStyle>
          <a:p>
            <a:fld id="{47FEACEE-25B4-4A2D-B147-27296E36371D}" type="slidenum">
              <a:rPr lang="en-US" altLang="zh-CN" smtClean="0"/>
              <a:t>‹#›</a:t>
            </a:fld>
            <a:endParaRPr lang="en-US" altLang="zh-CN"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7" name="Freeform: Shape 19"/>
          <p:cNvSpPr/>
          <p:nvPr userDrawn="1"/>
        </p:nvSpPr>
        <p:spPr>
          <a:xfrm flipH="1">
            <a:off x="769290" y="491100"/>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8" name="Freeform: Shape 24"/>
          <p:cNvSpPr/>
          <p:nvPr userDrawn="1"/>
        </p:nvSpPr>
        <p:spPr>
          <a:xfrm flipH="1">
            <a:off x="783145" y="4057904"/>
            <a:ext cx="1886359"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5" name="Freeform 14"/>
          <p:cNvSpPr/>
          <p:nvPr userDrawn="1"/>
        </p:nvSpPr>
        <p:spPr>
          <a:xfrm flipH="1">
            <a:off x="0" y="3709992"/>
            <a:ext cx="1157948" cy="150283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21" name="Subtitle 47" descr="Click icon to add picture"/>
          <p:cNvSpPr>
            <a:spLocks noGrp="1"/>
          </p:cNvSpPr>
          <p:nvPr>
            <p:ph type="body" sz="quarter" idx="27" hasCustomPrompt="1"/>
          </p:nvPr>
        </p:nvSpPr>
        <p:spPr>
          <a:xfrm>
            <a:off x="4550705" y="3625598"/>
            <a:ext cx="2653545" cy="587964"/>
          </a:xfrm>
          <a:prstGeom prst="rect">
            <a:avLst/>
          </a:prstGeom>
        </p:spPr>
        <p:txBody>
          <a:bodyPr anchor="b">
            <a:noAutofit/>
          </a:bodyPr>
          <a:lstStyle>
            <a:lvl1pPr marL="0" indent="0" algn="l">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3" name="Content placeholder 47"/>
          <p:cNvSpPr>
            <a:spLocks noGrp="1"/>
          </p:cNvSpPr>
          <p:nvPr>
            <p:ph type="body" sz="quarter" idx="28" hasCustomPrompt="1"/>
          </p:nvPr>
        </p:nvSpPr>
        <p:spPr>
          <a:xfrm>
            <a:off x="4550705" y="4246516"/>
            <a:ext cx="2653545" cy="1727103"/>
          </a:xfrm>
          <a:prstGeom prst="rect">
            <a:avLst/>
          </a:prstGeom>
        </p:spPr>
        <p:txBody>
          <a:bodyPr>
            <a:noAutofit/>
          </a:bodyPr>
          <a:lstStyle>
            <a:lvl1pPr marL="0" indent="0" algn="l">
              <a:lnSpc>
                <a:spcPct val="100000"/>
              </a:lnSpc>
              <a:spcBef>
                <a:spcPts val="0"/>
              </a:spcBef>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7" name="Picture placeholder"/>
          <p:cNvSpPr>
            <a:spLocks noGrp="1"/>
          </p:cNvSpPr>
          <p:nvPr>
            <p:ph type="pic" sz="quarter" idx="51"/>
          </p:nvPr>
        </p:nvSpPr>
        <p:spPr>
          <a:xfrm>
            <a:off x="1788170" y="2296125"/>
            <a:ext cx="1886360" cy="214466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1" fmla="*/ 0 w 4816475"/>
              <a:gd name="connsiteY0-2" fmla="*/ 2407443 h 4814886"/>
              <a:gd name="connsiteX1-3" fmla="*/ 2199402 w 4816475"/>
              <a:gd name="connsiteY1-4" fmla="*/ 243840 h 4814886"/>
              <a:gd name="connsiteX2-5" fmla="*/ 3612753 w 4816475"/>
              <a:gd name="connsiteY2-6" fmla="*/ 0 h 4814886"/>
              <a:gd name="connsiteX3-7" fmla="*/ 4816475 w 4816475"/>
              <a:gd name="connsiteY3-8" fmla="*/ 2407443 h 4814886"/>
              <a:gd name="connsiteX4-9" fmla="*/ 3612753 w 4816475"/>
              <a:gd name="connsiteY4-10" fmla="*/ 4814886 h 4814886"/>
              <a:gd name="connsiteX5-11" fmla="*/ 1203722 w 4816475"/>
              <a:gd name="connsiteY5-12" fmla="*/ 4814886 h 4814886"/>
              <a:gd name="connsiteX6-13" fmla="*/ 0 w 4816475"/>
              <a:gd name="connsiteY6-14" fmla="*/ 2407443 h 4814886"/>
              <a:gd name="connsiteX0-15" fmla="*/ 0 w 4816475"/>
              <a:gd name="connsiteY0-16" fmla="*/ 2163603 h 4571046"/>
              <a:gd name="connsiteX1-17" fmla="*/ 2199402 w 4816475"/>
              <a:gd name="connsiteY1-18" fmla="*/ 0 h 4571046"/>
              <a:gd name="connsiteX2-19" fmla="*/ 4608433 w 4816475"/>
              <a:gd name="connsiteY2-20" fmla="*/ 721360 h 4571046"/>
              <a:gd name="connsiteX3-21" fmla="*/ 4816475 w 4816475"/>
              <a:gd name="connsiteY3-22" fmla="*/ 2163603 h 4571046"/>
              <a:gd name="connsiteX4-23" fmla="*/ 3612753 w 4816475"/>
              <a:gd name="connsiteY4-24" fmla="*/ 4571046 h 4571046"/>
              <a:gd name="connsiteX5-25" fmla="*/ 1203722 w 4816475"/>
              <a:gd name="connsiteY5-26" fmla="*/ 4571046 h 4571046"/>
              <a:gd name="connsiteX6-27" fmla="*/ 0 w 4816475"/>
              <a:gd name="connsiteY6-28" fmla="*/ 2163603 h 4571046"/>
              <a:gd name="connsiteX0-29" fmla="*/ 0 w 4958715"/>
              <a:gd name="connsiteY0-30" fmla="*/ 2163603 h 4571046"/>
              <a:gd name="connsiteX1-31" fmla="*/ 2199402 w 4958715"/>
              <a:gd name="connsiteY1-32" fmla="*/ 0 h 4571046"/>
              <a:gd name="connsiteX2-33" fmla="*/ 4608433 w 4958715"/>
              <a:gd name="connsiteY2-34" fmla="*/ 721360 h 4571046"/>
              <a:gd name="connsiteX3-35" fmla="*/ 4958715 w 4958715"/>
              <a:gd name="connsiteY3-36" fmla="*/ 2803683 h 4571046"/>
              <a:gd name="connsiteX4-37" fmla="*/ 3612753 w 4958715"/>
              <a:gd name="connsiteY4-38" fmla="*/ 4571046 h 4571046"/>
              <a:gd name="connsiteX5-39" fmla="*/ 1203722 w 4958715"/>
              <a:gd name="connsiteY5-40" fmla="*/ 4571046 h 4571046"/>
              <a:gd name="connsiteX6-41" fmla="*/ 0 w 4958715"/>
              <a:gd name="connsiteY6-42" fmla="*/ 2163603 h 4571046"/>
              <a:gd name="connsiteX0-43" fmla="*/ 0 w 4916043"/>
              <a:gd name="connsiteY0-44" fmla="*/ 1273587 h 4571046"/>
              <a:gd name="connsiteX1-45" fmla="*/ 2156730 w 4916043"/>
              <a:gd name="connsiteY1-46" fmla="*/ 0 h 4571046"/>
              <a:gd name="connsiteX2-47" fmla="*/ 4565761 w 4916043"/>
              <a:gd name="connsiteY2-48" fmla="*/ 721360 h 4571046"/>
              <a:gd name="connsiteX3-49" fmla="*/ 4916043 w 4916043"/>
              <a:gd name="connsiteY3-50" fmla="*/ 2803683 h 4571046"/>
              <a:gd name="connsiteX4-51" fmla="*/ 3570081 w 4916043"/>
              <a:gd name="connsiteY4-52" fmla="*/ 4571046 h 4571046"/>
              <a:gd name="connsiteX5-53" fmla="*/ 1161050 w 4916043"/>
              <a:gd name="connsiteY5-54" fmla="*/ 4571046 h 4571046"/>
              <a:gd name="connsiteX6-55" fmla="*/ 0 w 4916043"/>
              <a:gd name="connsiteY6-56" fmla="*/ 1273587 h 4571046"/>
              <a:gd name="connsiteX0-57" fmla="*/ 0 w 4916043"/>
              <a:gd name="connsiteY0-58" fmla="*/ 1273587 h 4571046"/>
              <a:gd name="connsiteX1-59" fmla="*/ 2156730 w 4916043"/>
              <a:gd name="connsiteY1-60" fmla="*/ 0 h 4571046"/>
              <a:gd name="connsiteX2-61" fmla="*/ 4565761 w 4916043"/>
              <a:gd name="connsiteY2-62" fmla="*/ 721360 h 4571046"/>
              <a:gd name="connsiteX3-63" fmla="*/ 4916043 w 4916043"/>
              <a:gd name="connsiteY3-64" fmla="*/ 2803683 h 4571046"/>
              <a:gd name="connsiteX4-65" fmla="*/ 3570081 w 4916043"/>
              <a:gd name="connsiteY4-66" fmla="*/ 4571046 h 4571046"/>
              <a:gd name="connsiteX5-67" fmla="*/ 21098 w 4916043"/>
              <a:gd name="connsiteY5-68" fmla="*/ 3815142 h 4571046"/>
              <a:gd name="connsiteX6-69" fmla="*/ 0 w 4916043"/>
              <a:gd name="connsiteY6-70" fmla="*/ 1273587 h 4571046"/>
              <a:gd name="connsiteX0-71" fmla="*/ 0 w 4916043"/>
              <a:gd name="connsiteY0-72" fmla="*/ 1273587 h 5066346"/>
              <a:gd name="connsiteX1-73" fmla="*/ 2156730 w 4916043"/>
              <a:gd name="connsiteY1-74" fmla="*/ 0 h 5066346"/>
              <a:gd name="connsiteX2-75" fmla="*/ 4565761 w 4916043"/>
              <a:gd name="connsiteY2-76" fmla="*/ 721360 h 5066346"/>
              <a:gd name="connsiteX3-77" fmla="*/ 4916043 w 4916043"/>
              <a:gd name="connsiteY3-78" fmla="*/ 2803683 h 5066346"/>
              <a:gd name="connsiteX4-79" fmla="*/ 2236581 w 4916043"/>
              <a:gd name="connsiteY4-80" fmla="*/ 5066346 h 5066346"/>
              <a:gd name="connsiteX5-81" fmla="*/ 21098 w 4916043"/>
              <a:gd name="connsiteY5-82" fmla="*/ 3815142 h 5066346"/>
              <a:gd name="connsiteX6-83" fmla="*/ 0 w 4916043"/>
              <a:gd name="connsiteY6-84" fmla="*/ 1273587 h 5066346"/>
              <a:gd name="connsiteX0-85" fmla="*/ 0 w 4565761"/>
              <a:gd name="connsiteY0-86" fmla="*/ 1273587 h 5066346"/>
              <a:gd name="connsiteX1-87" fmla="*/ 2156730 w 4565761"/>
              <a:gd name="connsiteY1-88" fmla="*/ 0 h 5066346"/>
              <a:gd name="connsiteX2-89" fmla="*/ 4565761 w 4565761"/>
              <a:gd name="connsiteY2-90" fmla="*/ 721360 h 5066346"/>
              <a:gd name="connsiteX3-91" fmla="*/ 4405503 w 4565761"/>
              <a:gd name="connsiteY3-92" fmla="*/ 3801903 h 5066346"/>
              <a:gd name="connsiteX4-93" fmla="*/ 2236581 w 4565761"/>
              <a:gd name="connsiteY4-94" fmla="*/ 5066346 h 5066346"/>
              <a:gd name="connsiteX5-95" fmla="*/ 21098 w 4565761"/>
              <a:gd name="connsiteY5-96" fmla="*/ 3815142 h 5066346"/>
              <a:gd name="connsiteX6-97" fmla="*/ 0 w 4565761"/>
              <a:gd name="connsiteY6-98" fmla="*/ 1273587 h 5066346"/>
              <a:gd name="connsiteX0-99" fmla="*/ 0 w 4405503"/>
              <a:gd name="connsiteY0-100" fmla="*/ 1273587 h 5066346"/>
              <a:gd name="connsiteX1-101" fmla="*/ 2156730 w 4405503"/>
              <a:gd name="connsiteY1-102" fmla="*/ 0 h 5066346"/>
              <a:gd name="connsiteX2-103" fmla="*/ 4398121 w 4405503"/>
              <a:gd name="connsiteY2-104" fmla="*/ 1277620 h 5066346"/>
              <a:gd name="connsiteX3-105" fmla="*/ 4405503 w 4405503"/>
              <a:gd name="connsiteY3-106" fmla="*/ 3801903 h 5066346"/>
              <a:gd name="connsiteX4-107" fmla="*/ 2236581 w 4405503"/>
              <a:gd name="connsiteY4-108" fmla="*/ 5066346 h 5066346"/>
              <a:gd name="connsiteX5-109" fmla="*/ 21098 w 4405503"/>
              <a:gd name="connsiteY5-110" fmla="*/ 3815142 h 5066346"/>
              <a:gd name="connsiteX6-111" fmla="*/ 0 w 4405503"/>
              <a:gd name="connsiteY6-112" fmla="*/ 1273587 h 506634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17" name="Title 1"/>
          <p:cNvSpPr>
            <a:spLocks noGrp="1"/>
          </p:cNvSpPr>
          <p:nvPr>
            <p:ph type="title"/>
          </p:nvPr>
        </p:nvSpPr>
        <p:spPr>
          <a:xfrm>
            <a:off x="4550704" y="1690878"/>
            <a:ext cx="6599429" cy="1325563"/>
          </a:xfrm>
        </p:spPr>
        <p:txBody>
          <a:bodyPr anchor="b">
            <a:noAutofit/>
          </a:bodyPr>
          <a:lstStyle>
            <a:lvl1pPr>
              <a:defRPr>
                <a:solidFill>
                  <a:schemeClr val="accent6"/>
                </a:solidFill>
              </a:defRPr>
            </a:lvl1pPr>
          </a:lstStyle>
          <a:p>
            <a:r>
              <a:rPr lang="en-US"/>
              <a:t>Click to edit Master title style</a:t>
            </a:r>
            <a:endParaRPr lang="en-US" dirty="0"/>
          </a:p>
        </p:txBody>
      </p:sp>
      <p:sp>
        <p:nvSpPr>
          <p:cNvPr id="18" name="Subtitle 47" descr="Click icon to add picture"/>
          <p:cNvSpPr>
            <a:spLocks noGrp="1"/>
          </p:cNvSpPr>
          <p:nvPr>
            <p:ph type="body" sz="quarter" idx="52" hasCustomPrompt="1"/>
          </p:nvPr>
        </p:nvSpPr>
        <p:spPr>
          <a:xfrm>
            <a:off x="7811506" y="3625598"/>
            <a:ext cx="2653545" cy="587964"/>
          </a:xfrm>
          <a:prstGeom prst="rect">
            <a:avLst/>
          </a:prstGeom>
        </p:spPr>
        <p:txBody>
          <a:bodyPr anchor="b">
            <a:noAutofit/>
          </a:bodyPr>
          <a:lstStyle>
            <a:lvl1pPr marL="0" indent="0" algn="l">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p:cNvSpPr>
            <a:spLocks noGrp="1"/>
          </p:cNvSpPr>
          <p:nvPr>
            <p:ph type="body" sz="quarter" idx="53" hasCustomPrompt="1"/>
          </p:nvPr>
        </p:nvSpPr>
        <p:spPr>
          <a:xfrm>
            <a:off x="7811506" y="4246516"/>
            <a:ext cx="2653545" cy="1727103"/>
          </a:xfrm>
          <a:prstGeom prst="rect">
            <a:avLst/>
          </a:prstGeom>
        </p:spPr>
        <p:txBody>
          <a:bodyPr>
            <a:noAutofit/>
          </a:bodyPr>
          <a:lstStyle>
            <a:lvl1pPr marL="0" indent="0" algn="l">
              <a:lnSpc>
                <a:spcPct val="100000"/>
              </a:lnSpc>
              <a:spcBef>
                <a:spcPts val="0"/>
              </a:spcBef>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 name="Slide Number Placeholder 5"/>
          <p:cNvSpPr>
            <a:spLocks noGrp="1"/>
          </p:cNvSpPr>
          <p:nvPr>
            <p:ph type="sldNum" sz="quarter" idx="55"/>
          </p:nvPr>
        </p:nvSpPr>
        <p:spPr/>
        <p:txBody>
          <a:bodyPr>
            <a:noAutofit/>
          </a:bodyPr>
          <a:lstStyle>
            <a:lvl1pPr>
              <a:defRPr>
                <a:solidFill>
                  <a:schemeClr val="accent6"/>
                </a:solidFill>
              </a:defRPr>
            </a:lvl1pPr>
          </a:lstStyle>
          <a:p>
            <a:fld id="{47FEACEE-25B4-4A2D-B147-27296E36371D}" type="slidenum">
              <a:rPr lang="en-US" altLang="zh-CN" smtClean="0"/>
              <a:t>‹#›</a:t>
            </a:fld>
            <a:endParaRPr lang="en-US" altLang="zh-CN"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15" name="Freeform 14"/>
          <p:cNvSpPr/>
          <p:nvPr userDrawn="1"/>
        </p:nvSpPr>
        <p:spPr>
          <a:xfrm>
            <a:off x="0" y="2860787"/>
            <a:ext cx="2361029" cy="3676532"/>
          </a:xfrm>
          <a:custGeom>
            <a:avLst/>
            <a:gdLst>
              <a:gd name="connsiteX0" fmla="*/ 773997 w 2361029"/>
              <a:gd name="connsiteY0" fmla="*/ 0 h 3676532"/>
              <a:gd name="connsiteX1" fmla="*/ 2361029 w 2361029"/>
              <a:gd name="connsiteY1" fmla="*/ 925683 h 3676532"/>
              <a:gd name="connsiteX2" fmla="*/ 2361029 w 2361029"/>
              <a:gd name="connsiteY2" fmla="*/ 2763949 h 3676532"/>
              <a:gd name="connsiteX3" fmla="*/ 769661 w 2361029"/>
              <a:gd name="connsiteY3" fmla="*/ 3676532 h 3676532"/>
              <a:gd name="connsiteX4" fmla="*/ 0 w 2361029"/>
              <a:gd name="connsiteY4" fmla="*/ 3234717 h 3676532"/>
              <a:gd name="connsiteX5" fmla="*/ 0 w 2361029"/>
              <a:gd name="connsiteY5" fmla="*/ 446885 h 367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61029" h="3676532">
                <a:moveTo>
                  <a:pt x="773997" y="0"/>
                </a:moveTo>
                <a:lnTo>
                  <a:pt x="2361029" y="925683"/>
                </a:lnTo>
                <a:lnTo>
                  <a:pt x="2361029" y="2763949"/>
                </a:lnTo>
                <a:lnTo>
                  <a:pt x="769661" y="3676532"/>
                </a:lnTo>
                <a:lnTo>
                  <a:pt x="0" y="3234717"/>
                </a:lnTo>
                <a:lnTo>
                  <a:pt x="0" y="446885"/>
                </a:ln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6" name="Freeform 15"/>
          <p:cNvSpPr/>
          <p:nvPr userDrawn="1"/>
        </p:nvSpPr>
        <p:spPr>
          <a:xfrm flipH="1">
            <a:off x="1014233" y="5253270"/>
            <a:ext cx="1710765" cy="1593273"/>
          </a:xfrm>
          <a:custGeom>
            <a:avLst/>
            <a:gdLst>
              <a:gd name="connsiteX0" fmla="*/ 852873 w 1710765"/>
              <a:gd name="connsiteY0" fmla="*/ 0 h 1593273"/>
              <a:gd name="connsiteX1" fmla="*/ 0 w 1710765"/>
              <a:gd name="connsiteY1" fmla="*/ 494134 h 1593273"/>
              <a:gd name="connsiteX2" fmla="*/ 0 w 1710765"/>
              <a:gd name="connsiteY2" fmla="*/ 1475410 h 1593273"/>
              <a:gd name="connsiteX3" fmla="*/ 206916 w 1710765"/>
              <a:gd name="connsiteY3" fmla="*/ 1593273 h 1593273"/>
              <a:gd name="connsiteX4" fmla="*/ 1502835 w 1710765"/>
              <a:gd name="connsiteY4" fmla="*/ 1593273 h 1593273"/>
              <a:gd name="connsiteX5" fmla="*/ 1709418 w 1710765"/>
              <a:gd name="connsiteY5" fmla="*/ 1475480 h 1593273"/>
              <a:gd name="connsiteX6" fmla="*/ 1710407 w 1710765"/>
              <a:gd name="connsiteY6" fmla="*/ 491803 h 15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0765" h="1593273">
                <a:moveTo>
                  <a:pt x="852873" y="0"/>
                </a:moveTo>
                <a:lnTo>
                  <a:pt x="0" y="494134"/>
                </a:lnTo>
                <a:lnTo>
                  <a:pt x="0" y="1475410"/>
                </a:lnTo>
                <a:lnTo>
                  <a:pt x="206916" y="1593273"/>
                </a:lnTo>
                <a:lnTo>
                  <a:pt x="1502835" y="1593273"/>
                </a:lnTo>
                <a:lnTo>
                  <a:pt x="1709418" y="1475480"/>
                </a:lnTo>
                <a:cubicBezTo>
                  <a:pt x="1707864" y="1146834"/>
                  <a:pt x="1711961" y="820449"/>
                  <a:pt x="1710407" y="491803"/>
                </a:cubicBez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22" name="Content Placeholder 47" descr="Click icon to add picture"/>
          <p:cNvSpPr>
            <a:spLocks noGrp="1"/>
          </p:cNvSpPr>
          <p:nvPr>
            <p:ph type="body" sz="quarter" idx="27" hasCustomPrompt="1"/>
          </p:nvPr>
        </p:nvSpPr>
        <p:spPr>
          <a:xfrm>
            <a:off x="5271609" y="1025236"/>
            <a:ext cx="5162709" cy="420683"/>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3" name="Content Placeholder 47"/>
          <p:cNvSpPr>
            <a:spLocks noGrp="1"/>
          </p:cNvSpPr>
          <p:nvPr>
            <p:ph type="body" sz="quarter" idx="28" hasCustomPrompt="1"/>
          </p:nvPr>
        </p:nvSpPr>
        <p:spPr>
          <a:xfrm>
            <a:off x="5271608" y="1469069"/>
            <a:ext cx="5162709" cy="1506166"/>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4" name="Content Placeholder 47" descr="Click icon to add picture"/>
          <p:cNvSpPr>
            <a:spLocks noGrp="1"/>
          </p:cNvSpPr>
          <p:nvPr>
            <p:ph type="body" sz="quarter" idx="29" hasCustomPrompt="1"/>
          </p:nvPr>
        </p:nvSpPr>
        <p:spPr>
          <a:xfrm>
            <a:off x="5271609" y="2984685"/>
            <a:ext cx="5162709" cy="420683"/>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6" name="Content Placeholder 47" descr="Click icon to add picture"/>
          <p:cNvSpPr>
            <a:spLocks noGrp="1"/>
          </p:cNvSpPr>
          <p:nvPr>
            <p:ph type="body" sz="quarter" idx="31" hasCustomPrompt="1"/>
          </p:nvPr>
        </p:nvSpPr>
        <p:spPr>
          <a:xfrm>
            <a:off x="5271607" y="4597473"/>
            <a:ext cx="5162709" cy="421399"/>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p:cNvSpPr>
            <a:spLocks noGrp="1"/>
          </p:cNvSpPr>
          <p:nvPr>
            <p:ph type="body" sz="quarter" idx="34" hasCustomPrompt="1"/>
          </p:nvPr>
        </p:nvSpPr>
        <p:spPr>
          <a:xfrm>
            <a:off x="5271608" y="3419684"/>
            <a:ext cx="5162709" cy="1177789"/>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8" name="Content Placeholder 47"/>
          <p:cNvSpPr>
            <a:spLocks noGrp="1"/>
          </p:cNvSpPr>
          <p:nvPr>
            <p:ph type="body" sz="quarter" idx="35" hasCustomPrompt="1"/>
          </p:nvPr>
        </p:nvSpPr>
        <p:spPr>
          <a:xfrm>
            <a:off x="5271608" y="5041922"/>
            <a:ext cx="5162709" cy="1635938"/>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7" name="Freeform: Shape 24"/>
          <p:cNvSpPr/>
          <p:nvPr userDrawn="1"/>
        </p:nvSpPr>
        <p:spPr>
          <a:xfrm flipH="1">
            <a:off x="2631891" y="4699053"/>
            <a:ext cx="668814" cy="784693"/>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6" name="Title 5"/>
          <p:cNvSpPr>
            <a:spLocks noGrp="1"/>
          </p:cNvSpPr>
          <p:nvPr>
            <p:ph type="title"/>
          </p:nvPr>
        </p:nvSpPr>
        <p:spPr>
          <a:xfrm>
            <a:off x="502665" y="707105"/>
            <a:ext cx="3994173" cy="2277580"/>
          </a:xfrm>
        </p:spPr>
        <p:txBody>
          <a:bodyPr anchor="t">
            <a:noAutofit/>
          </a:bodyPr>
          <a:lstStyle>
            <a:lvl1pPr>
              <a:defRPr>
                <a:solidFill>
                  <a:schemeClr val="accent6"/>
                </a:solidFill>
              </a:defRPr>
            </a:lvl1pPr>
          </a:lstStyle>
          <a:p>
            <a:r>
              <a:rPr lang="en-US"/>
              <a:t>Click to edit Master title style</a:t>
            </a:r>
            <a:endParaRPr lang="en-US" dirty="0"/>
          </a:p>
        </p:txBody>
      </p:sp>
      <p:sp>
        <p:nvSpPr>
          <p:cNvPr id="18" name="Picture Placeholder 2"/>
          <p:cNvSpPr>
            <a:spLocks noGrp="1"/>
          </p:cNvSpPr>
          <p:nvPr>
            <p:ph type="pic" sz="quarter" idx="36"/>
          </p:nvPr>
        </p:nvSpPr>
        <p:spPr>
          <a:xfrm>
            <a:off x="4734172" y="1141669"/>
            <a:ext cx="507778"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lang="en-US" altLang="zh-CN"/>
              <a:t>Click icon to add picture</a:t>
            </a:r>
            <a:endParaRPr lang="en-US" dirty="0"/>
          </a:p>
        </p:txBody>
      </p:sp>
      <p:sp>
        <p:nvSpPr>
          <p:cNvPr id="19" name="Picture Placeholder 2"/>
          <p:cNvSpPr>
            <a:spLocks noGrp="1"/>
          </p:cNvSpPr>
          <p:nvPr>
            <p:ph type="pic" sz="quarter" idx="37"/>
          </p:nvPr>
        </p:nvSpPr>
        <p:spPr>
          <a:xfrm>
            <a:off x="4724705" y="3105650"/>
            <a:ext cx="536270"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lang="en-US" altLang="zh-CN"/>
              <a:t>Click icon to add picture</a:t>
            </a:r>
            <a:endParaRPr lang="en-US" dirty="0"/>
          </a:p>
        </p:txBody>
      </p:sp>
      <p:sp>
        <p:nvSpPr>
          <p:cNvPr id="21" name="Picture Placeholder 2"/>
          <p:cNvSpPr>
            <a:spLocks noGrp="1"/>
          </p:cNvSpPr>
          <p:nvPr>
            <p:ph type="pic" sz="quarter" idx="38"/>
          </p:nvPr>
        </p:nvSpPr>
        <p:spPr>
          <a:xfrm>
            <a:off x="4714069" y="4716041"/>
            <a:ext cx="536270"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lang="en-US" altLang="zh-CN"/>
              <a:t>Click icon to add picture</a:t>
            </a:r>
            <a:endParaRPr lang="en-US" dirty="0"/>
          </a:p>
        </p:txBody>
      </p:sp>
      <p:sp>
        <p:nvSpPr>
          <p:cNvPr id="5" name="Slide Number Placeholder 4"/>
          <p:cNvSpPr>
            <a:spLocks noGrp="1"/>
          </p:cNvSpPr>
          <p:nvPr>
            <p:ph type="sldNum" sz="quarter" idx="40"/>
          </p:nvPr>
        </p:nvSpPr>
        <p:spPr/>
        <p:txBody>
          <a:bodyPr>
            <a:noAutofit/>
          </a:bodyPr>
          <a:lstStyle>
            <a:lvl1pPr>
              <a:defRPr>
                <a:solidFill>
                  <a:schemeClr val="accent6"/>
                </a:solidFill>
              </a:defRPr>
            </a:lvl1pPr>
          </a:lstStyle>
          <a:p>
            <a:fld id="{47FEACEE-25B4-4A2D-B147-27296E36371D}" type="slidenum">
              <a:rPr lang="en-US" altLang="zh-CN" smtClean="0"/>
              <a:t>‹#›</a:t>
            </a:fld>
            <a:endParaRPr lang="en-US" altLang="zh-CN"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8" name="Content Placeholder 47"/>
          <p:cNvSpPr>
            <a:spLocks noGrp="1"/>
          </p:cNvSpPr>
          <p:nvPr>
            <p:ph type="pic" sz="quarter" idx="48"/>
          </p:nvPr>
        </p:nvSpPr>
        <p:spPr>
          <a:xfrm>
            <a:off x="7493157" y="529148"/>
            <a:ext cx="4248873" cy="473113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1" fmla="*/ 0 w 4816475"/>
              <a:gd name="connsiteY0-2" fmla="*/ 2407443 h 4814886"/>
              <a:gd name="connsiteX1-3" fmla="*/ 2199402 w 4816475"/>
              <a:gd name="connsiteY1-4" fmla="*/ 243840 h 4814886"/>
              <a:gd name="connsiteX2-5" fmla="*/ 3612753 w 4816475"/>
              <a:gd name="connsiteY2-6" fmla="*/ 0 h 4814886"/>
              <a:gd name="connsiteX3-7" fmla="*/ 4816475 w 4816475"/>
              <a:gd name="connsiteY3-8" fmla="*/ 2407443 h 4814886"/>
              <a:gd name="connsiteX4-9" fmla="*/ 3612753 w 4816475"/>
              <a:gd name="connsiteY4-10" fmla="*/ 4814886 h 4814886"/>
              <a:gd name="connsiteX5-11" fmla="*/ 1203722 w 4816475"/>
              <a:gd name="connsiteY5-12" fmla="*/ 4814886 h 4814886"/>
              <a:gd name="connsiteX6-13" fmla="*/ 0 w 4816475"/>
              <a:gd name="connsiteY6-14" fmla="*/ 2407443 h 4814886"/>
              <a:gd name="connsiteX0-15" fmla="*/ 0 w 4816475"/>
              <a:gd name="connsiteY0-16" fmla="*/ 2163603 h 4571046"/>
              <a:gd name="connsiteX1-17" fmla="*/ 2199402 w 4816475"/>
              <a:gd name="connsiteY1-18" fmla="*/ 0 h 4571046"/>
              <a:gd name="connsiteX2-19" fmla="*/ 4608433 w 4816475"/>
              <a:gd name="connsiteY2-20" fmla="*/ 721360 h 4571046"/>
              <a:gd name="connsiteX3-21" fmla="*/ 4816475 w 4816475"/>
              <a:gd name="connsiteY3-22" fmla="*/ 2163603 h 4571046"/>
              <a:gd name="connsiteX4-23" fmla="*/ 3612753 w 4816475"/>
              <a:gd name="connsiteY4-24" fmla="*/ 4571046 h 4571046"/>
              <a:gd name="connsiteX5-25" fmla="*/ 1203722 w 4816475"/>
              <a:gd name="connsiteY5-26" fmla="*/ 4571046 h 4571046"/>
              <a:gd name="connsiteX6-27" fmla="*/ 0 w 4816475"/>
              <a:gd name="connsiteY6-28" fmla="*/ 2163603 h 4571046"/>
              <a:gd name="connsiteX0-29" fmla="*/ 0 w 4958715"/>
              <a:gd name="connsiteY0-30" fmla="*/ 2163603 h 4571046"/>
              <a:gd name="connsiteX1-31" fmla="*/ 2199402 w 4958715"/>
              <a:gd name="connsiteY1-32" fmla="*/ 0 h 4571046"/>
              <a:gd name="connsiteX2-33" fmla="*/ 4608433 w 4958715"/>
              <a:gd name="connsiteY2-34" fmla="*/ 721360 h 4571046"/>
              <a:gd name="connsiteX3-35" fmla="*/ 4958715 w 4958715"/>
              <a:gd name="connsiteY3-36" fmla="*/ 2803683 h 4571046"/>
              <a:gd name="connsiteX4-37" fmla="*/ 3612753 w 4958715"/>
              <a:gd name="connsiteY4-38" fmla="*/ 4571046 h 4571046"/>
              <a:gd name="connsiteX5-39" fmla="*/ 1203722 w 4958715"/>
              <a:gd name="connsiteY5-40" fmla="*/ 4571046 h 4571046"/>
              <a:gd name="connsiteX6-41" fmla="*/ 0 w 4958715"/>
              <a:gd name="connsiteY6-42" fmla="*/ 2163603 h 4571046"/>
              <a:gd name="connsiteX0-43" fmla="*/ 0 w 4916043"/>
              <a:gd name="connsiteY0-44" fmla="*/ 1273587 h 4571046"/>
              <a:gd name="connsiteX1-45" fmla="*/ 2156730 w 4916043"/>
              <a:gd name="connsiteY1-46" fmla="*/ 0 h 4571046"/>
              <a:gd name="connsiteX2-47" fmla="*/ 4565761 w 4916043"/>
              <a:gd name="connsiteY2-48" fmla="*/ 721360 h 4571046"/>
              <a:gd name="connsiteX3-49" fmla="*/ 4916043 w 4916043"/>
              <a:gd name="connsiteY3-50" fmla="*/ 2803683 h 4571046"/>
              <a:gd name="connsiteX4-51" fmla="*/ 3570081 w 4916043"/>
              <a:gd name="connsiteY4-52" fmla="*/ 4571046 h 4571046"/>
              <a:gd name="connsiteX5-53" fmla="*/ 1161050 w 4916043"/>
              <a:gd name="connsiteY5-54" fmla="*/ 4571046 h 4571046"/>
              <a:gd name="connsiteX6-55" fmla="*/ 0 w 4916043"/>
              <a:gd name="connsiteY6-56" fmla="*/ 1273587 h 4571046"/>
              <a:gd name="connsiteX0-57" fmla="*/ 0 w 4916043"/>
              <a:gd name="connsiteY0-58" fmla="*/ 1273587 h 4571046"/>
              <a:gd name="connsiteX1-59" fmla="*/ 2156730 w 4916043"/>
              <a:gd name="connsiteY1-60" fmla="*/ 0 h 4571046"/>
              <a:gd name="connsiteX2-61" fmla="*/ 4565761 w 4916043"/>
              <a:gd name="connsiteY2-62" fmla="*/ 721360 h 4571046"/>
              <a:gd name="connsiteX3-63" fmla="*/ 4916043 w 4916043"/>
              <a:gd name="connsiteY3-64" fmla="*/ 2803683 h 4571046"/>
              <a:gd name="connsiteX4-65" fmla="*/ 3570081 w 4916043"/>
              <a:gd name="connsiteY4-66" fmla="*/ 4571046 h 4571046"/>
              <a:gd name="connsiteX5-67" fmla="*/ 21098 w 4916043"/>
              <a:gd name="connsiteY5-68" fmla="*/ 3815142 h 4571046"/>
              <a:gd name="connsiteX6-69" fmla="*/ 0 w 4916043"/>
              <a:gd name="connsiteY6-70" fmla="*/ 1273587 h 4571046"/>
              <a:gd name="connsiteX0-71" fmla="*/ 0 w 4916043"/>
              <a:gd name="connsiteY0-72" fmla="*/ 1273587 h 5066346"/>
              <a:gd name="connsiteX1-73" fmla="*/ 2156730 w 4916043"/>
              <a:gd name="connsiteY1-74" fmla="*/ 0 h 5066346"/>
              <a:gd name="connsiteX2-75" fmla="*/ 4565761 w 4916043"/>
              <a:gd name="connsiteY2-76" fmla="*/ 721360 h 5066346"/>
              <a:gd name="connsiteX3-77" fmla="*/ 4916043 w 4916043"/>
              <a:gd name="connsiteY3-78" fmla="*/ 2803683 h 5066346"/>
              <a:gd name="connsiteX4-79" fmla="*/ 2236581 w 4916043"/>
              <a:gd name="connsiteY4-80" fmla="*/ 5066346 h 5066346"/>
              <a:gd name="connsiteX5-81" fmla="*/ 21098 w 4916043"/>
              <a:gd name="connsiteY5-82" fmla="*/ 3815142 h 5066346"/>
              <a:gd name="connsiteX6-83" fmla="*/ 0 w 4916043"/>
              <a:gd name="connsiteY6-84" fmla="*/ 1273587 h 5066346"/>
              <a:gd name="connsiteX0-85" fmla="*/ 0 w 4565761"/>
              <a:gd name="connsiteY0-86" fmla="*/ 1273587 h 5066346"/>
              <a:gd name="connsiteX1-87" fmla="*/ 2156730 w 4565761"/>
              <a:gd name="connsiteY1-88" fmla="*/ 0 h 5066346"/>
              <a:gd name="connsiteX2-89" fmla="*/ 4565761 w 4565761"/>
              <a:gd name="connsiteY2-90" fmla="*/ 721360 h 5066346"/>
              <a:gd name="connsiteX3-91" fmla="*/ 4405503 w 4565761"/>
              <a:gd name="connsiteY3-92" fmla="*/ 3801903 h 5066346"/>
              <a:gd name="connsiteX4-93" fmla="*/ 2236581 w 4565761"/>
              <a:gd name="connsiteY4-94" fmla="*/ 5066346 h 5066346"/>
              <a:gd name="connsiteX5-95" fmla="*/ 21098 w 4565761"/>
              <a:gd name="connsiteY5-96" fmla="*/ 3815142 h 5066346"/>
              <a:gd name="connsiteX6-97" fmla="*/ 0 w 4565761"/>
              <a:gd name="connsiteY6-98" fmla="*/ 1273587 h 5066346"/>
              <a:gd name="connsiteX0-99" fmla="*/ 0 w 4405503"/>
              <a:gd name="connsiteY0-100" fmla="*/ 1273587 h 5066346"/>
              <a:gd name="connsiteX1-101" fmla="*/ 2156730 w 4405503"/>
              <a:gd name="connsiteY1-102" fmla="*/ 0 h 5066346"/>
              <a:gd name="connsiteX2-103" fmla="*/ 4398121 w 4405503"/>
              <a:gd name="connsiteY2-104" fmla="*/ 1277620 h 5066346"/>
              <a:gd name="connsiteX3-105" fmla="*/ 4405503 w 4405503"/>
              <a:gd name="connsiteY3-106" fmla="*/ 3801903 h 5066346"/>
              <a:gd name="connsiteX4-107" fmla="*/ 2236581 w 4405503"/>
              <a:gd name="connsiteY4-108" fmla="*/ 5066346 h 5066346"/>
              <a:gd name="connsiteX5-109" fmla="*/ 21098 w 4405503"/>
              <a:gd name="connsiteY5-110" fmla="*/ 3815142 h 5066346"/>
              <a:gd name="connsiteX6-111" fmla="*/ 0 w 4405503"/>
              <a:gd name="connsiteY6-112" fmla="*/ 1273587 h 506634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ln w="19050">
            <a:noFill/>
          </a:ln>
        </p:spPr>
        <p:txBody>
          <a:bodyPr anchor="ctr">
            <a:noAutofit/>
          </a:bodyPr>
          <a:lstStyle>
            <a:lvl1pPr marL="0" indent="0" algn="ctr">
              <a:buNone/>
              <a:defRPr>
                <a:solidFill>
                  <a:schemeClr val="accent6"/>
                </a:solidFill>
              </a:defRPr>
            </a:lvl1pPr>
          </a:lstStyle>
          <a:p>
            <a:r>
              <a:rPr lang="en-US" altLang="zh-CN"/>
              <a:t>Click icon to add picture</a:t>
            </a:r>
            <a:endParaRPr lang="zh-CN" altLang="en-US"/>
          </a:p>
        </p:txBody>
      </p:sp>
      <p:sp>
        <p:nvSpPr>
          <p:cNvPr id="18" name="Content Placeholder 47"/>
          <p:cNvSpPr>
            <a:spLocks noGrp="1"/>
          </p:cNvSpPr>
          <p:nvPr>
            <p:ph type="body" sz="quarter" idx="28" hasCustomPrompt="1"/>
          </p:nvPr>
        </p:nvSpPr>
        <p:spPr>
          <a:xfrm>
            <a:off x="517427" y="3253120"/>
            <a:ext cx="4959822" cy="2007158"/>
          </a:xfrm>
          <a:prstGeom prst="rect">
            <a:avLst/>
          </a:prstGeom>
        </p:spPr>
        <p:txBody>
          <a:bodyPr>
            <a:noAutofit/>
          </a:bodyPr>
          <a:lstStyle>
            <a:lvl1pPr marL="0" indent="0">
              <a:lnSpc>
                <a:spcPct val="100000"/>
              </a:lnSpc>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19" name="Freeform: Shape 25"/>
          <p:cNvSpPr/>
          <p:nvPr userDrawn="1"/>
        </p:nvSpPr>
        <p:spPr>
          <a:xfrm flipH="1">
            <a:off x="7400972" y="4508725"/>
            <a:ext cx="1347680" cy="158117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20" name="Freeform: Shape 11"/>
          <p:cNvSpPr/>
          <p:nvPr userDrawn="1"/>
        </p:nvSpPr>
        <p:spPr>
          <a:xfrm>
            <a:off x="6521016" y="4772906"/>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3" name="Title 2"/>
          <p:cNvSpPr>
            <a:spLocks noGrp="1"/>
          </p:cNvSpPr>
          <p:nvPr>
            <p:ph type="title"/>
          </p:nvPr>
        </p:nvSpPr>
        <p:spPr>
          <a:xfrm>
            <a:off x="517427" y="2497488"/>
            <a:ext cx="9823998" cy="1325563"/>
          </a:xfrm>
        </p:spPr>
        <p:txBody>
          <a:bodyPr anchor="t">
            <a:noAutofit/>
          </a:bodyPr>
          <a:lstStyle>
            <a:lvl1pPr>
              <a:defRPr>
                <a:solidFill>
                  <a:schemeClr val="accent6"/>
                </a:solidFill>
              </a:defRPr>
            </a:lvl1pPr>
          </a:lstStyle>
          <a:p>
            <a:r>
              <a:rPr lang="en-US"/>
              <a:t>Click to edit Master title style</a:t>
            </a:r>
            <a:endParaRPr lang="en-US" dirty="0"/>
          </a:p>
        </p:txBody>
      </p:sp>
      <p:sp>
        <p:nvSpPr>
          <p:cNvPr id="2" name="Footer Placeholder 1"/>
          <p:cNvSpPr>
            <a:spLocks noGrp="1"/>
          </p:cNvSpPr>
          <p:nvPr>
            <p:ph type="ftr" sz="quarter" idx="49"/>
          </p:nvPr>
        </p:nvSpPr>
        <p:spPr/>
        <p:txBody>
          <a:bodyPr>
            <a:noAutofit/>
          </a:bodyPr>
          <a:lstStyle>
            <a:lvl1pPr>
              <a:defRPr>
                <a:solidFill>
                  <a:schemeClr val="accent6"/>
                </a:solidFill>
              </a:defRPr>
            </a:lvl1pPr>
          </a:lstStyle>
          <a:p>
            <a:r>
              <a:rPr lang="en-US"/>
              <a:t>Presentation title</a:t>
            </a:r>
            <a:endParaRPr lang="en-US" dirty="0"/>
          </a:p>
        </p:txBody>
      </p:sp>
      <p:sp>
        <p:nvSpPr>
          <p:cNvPr id="6" name="Slide Number Placeholder 5"/>
          <p:cNvSpPr>
            <a:spLocks noGrp="1"/>
          </p:cNvSpPr>
          <p:nvPr>
            <p:ph type="sldNum" sz="quarter" idx="50"/>
          </p:nvPr>
        </p:nvSpPr>
        <p:spPr/>
        <p:txBody>
          <a:bodyPr>
            <a:noAutofit/>
          </a:bodyPr>
          <a:lstStyle>
            <a:lvl1pPr>
              <a:defRPr>
                <a:solidFill>
                  <a:schemeClr val="accent6"/>
                </a:solidFill>
              </a:defRPr>
            </a:lvl1pPr>
          </a:lstStyle>
          <a:p>
            <a:fld id="{47FEACEE-25B4-4A2D-B147-27296E36371D}" type="slidenum">
              <a:rPr lang="en-US" altLang="zh-CN" smtClean="0"/>
              <a:t>‹#›</a:t>
            </a:fld>
            <a:endParaRPr lang="en-US" altLang="zh-CN"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47" name="Freeform 46"/>
          <p:cNvSpPr/>
          <p:nvPr userDrawn="1"/>
        </p:nvSpPr>
        <p:spPr>
          <a:xfrm>
            <a:off x="410352" y="12435"/>
            <a:ext cx="1455521" cy="1019127"/>
          </a:xfrm>
          <a:custGeom>
            <a:avLst/>
            <a:gdLst>
              <a:gd name="connsiteX0" fmla="*/ 219223 w 1455521"/>
              <a:gd name="connsiteY0" fmla="*/ 0 h 1019127"/>
              <a:gd name="connsiteX1" fmla="*/ 1236298 w 1455521"/>
              <a:gd name="connsiteY1" fmla="*/ 0 h 1019127"/>
              <a:gd name="connsiteX2" fmla="*/ 1455521 w 1455521"/>
              <a:gd name="connsiteY2" fmla="*/ 385779 h 1019127"/>
              <a:gd name="connsiteX3" fmla="*/ 1095615 w 1455521"/>
              <a:gd name="connsiteY3" fmla="*/ 1019127 h 1019127"/>
              <a:gd name="connsiteX4" fmla="*/ 359906 w 1455521"/>
              <a:gd name="connsiteY4" fmla="*/ 1019127 h 1019127"/>
              <a:gd name="connsiteX5" fmla="*/ 0 w 1455521"/>
              <a:gd name="connsiteY5" fmla="*/ 385779 h 101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1019127">
                <a:moveTo>
                  <a:pt x="219223" y="0"/>
                </a:moveTo>
                <a:lnTo>
                  <a:pt x="1236298" y="0"/>
                </a:lnTo>
                <a:lnTo>
                  <a:pt x="1455521" y="385779"/>
                </a:lnTo>
                <a:lnTo>
                  <a:pt x="1095615" y="1019127"/>
                </a:lnTo>
                <a:lnTo>
                  <a:pt x="359906" y="1019127"/>
                </a:lnTo>
                <a:lnTo>
                  <a:pt x="0" y="385779"/>
                </a:lnTo>
                <a:close/>
              </a:path>
            </a:pathLst>
          </a:custGeom>
          <a:solidFill>
            <a:schemeClr val="accent6">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9" name="Hexagon 15"/>
          <p:cNvSpPr/>
          <p:nvPr userDrawn="1"/>
        </p:nvSpPr>
        <p:spPr>
          <a:xfrm>
            <a:off x="1579486" y="450004"/>
            <a:ext cx="1455521" cy="1266696"/>
          </a:xfrm>
          <a:prstGeom prst="hexagon">
            <a:avLst>
              <a:gd name="adj" fmla="val 28413"/>
              <a:gd name="vf" fmla="val 115470"/>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0" name="Hexagon 17"/>
          <p:cNvSpPr/>
          <p:nvPr userDrawn="1"/>
        </p:nvSpPr>
        <p:spPr>
          <a:xfrm>
            <a:off x="412218" y="1136470"/>
            <a:ext cx="1455521" cy="1266696"/>
          </a:xfrm>
          <a:prstGeom prst="hexagon">
            <a:avLst>
              <a:gd name="adj" fmla="val 28413"/>
              <a:gd name="vf" fmla="val 11547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1" name="Hexagon 19"/>
          <p:cNvSpPr/>
          <p:nvPr userDrawn="1"/>
        </p:nvSpPr>
        <p:spPr>
          <a:xfrm>
            <a:off x="1580070" y="1812437"/>
            <a:ext cx="1455521" cy="1266696"/>
          </a:xfrm>
          <a:prstGeom prst="hexagon">
            <a:avLst>
              <a:gd name="adj" fmla="val 28413"/>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2" name="Hexagon 21"/>
          <p:cNvSpPr/>
          <p:nvPr userDrawn="1"/>
        </p:nvSpPr>
        <p:spPr>
          <a:xfrm>
            <a:off x="3953772" y="4582171"/>
            <a:ext cx="1455521" cy="1266696"/>
          </a:xfrm>
          <a:prstGeom prst="hexagon">
            <a:avLst>
              <a:gd name="adj" fmla="val 28413"/>
              <a:gd name="vf" fmla="val 115470"/>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44" name="Freeform 43"/>
          <p:cNvSpPr/>
          <p:nvPr userDrawn="1"/>
        </p:nvSpPr>
        <p:spPr>
          <a:xfrm>
            <a:off x="3955762" y="5952136"/>
            <a:ext cx="1455521" cy="932559"/>
          </a:xfrm>
          <a:custGeom>
            <a:avLst/>
            <a:gdLst>
              <a:gd name="connsiteX0" fmla="*/ 359906 w 1455521"/>
              <a:gd name="connsiteY0" fmla="*/ 0 h 932559"/>
              <a:gd name="connsiteX1" fmla="*/ 1095615 w 1455521"/>
              <a:gd name="connsiteY1" fmla="*/ 0 h 932559"/>
              <a:gd name="connsiteX2" fmla="*/ 1455521 w 1455521"/>
              <a:gd name="connsiteY2" fmla="*/ 633348 h 932559"/>
              <a:gd name="connsiteX3" fmla="*/ 1285492 w 1455521"/>
              <a:gd name="connsiteY3" fmla="*/ 932559 h 932559"/>
              <a:gd name="connsiteX4" fmla="*/ 170030 w 1455521"/>
              <a:gd name="connsiteY4" fmla="*/ 932559 h 932559"/>
              <a:gd name="connsiteX5" fmla="*/ 0 w 1455521"/>
              <a:gd name="connsiteY5" fmla="*/ 633348 h 93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32559">
                <a:moveTo>
                  <a:pt x="359906" y="0"/>
                </a:moveTo>
                <a:lnTo>
                  <a:pt x="1095615" y="0"/>
                </a:lnTo>
                <a:lnTo>
                  <a:pt x="1455521" y="633348"/>
                </a:lnTo>
                <a:lnTo>
                  <a:pt x="1285492" y="932559"/>
                </a:lnTo>
                <a:lnTo>
                  <a:pt x="170030" y="932559"/>
                </a:lnTo>
                <a:lnTo>
                  <a:pt x="0" y="633348"/>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4" name="Hexagon 27"/>
          <p:cNvSpPr/>
          <p:nvPr userDrawn="1"/>
        </p:nvSpPr>
        <p:spPr>
          <a:xfrm>
            <a:off x="2783996" y="5245443"/>
            <a:ext cx="1455521" cy="1266696"/>
          </a:xfrm>
          <a:prstGeom prst="hexagon">
            <a:avLst>
              <a:gd name="adj" fmla="val 28413"/>
              <a:gd name="vf" fmla="val 11547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5" name="Hexagon 28"/>
          <p:cNvSpPr/>
          <p:nvPr userDrawn="1"/>
        </p:nvSpPr>
        <p:spPr>
          <a:xfrm>
            <a:off x="2767144" y="3880620"/>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43" name="Freeform 42"/>
          <p:cNvSpPr/>
          <p:nvPr userDrawn="1"/>
        </p:nvSpPr>
        <p:spPr>
          <a:xfrm>
            <a:off x="3702" y="448131"/>
            <a:ext cx="678871" cy="1266696"/>
          </a:xfrm>
          <a:custGeom>
            <a:avLst/>
            <a:gdLst>
              <a:gd name="connsiteX0" fmla="*/ 0 w 678871"/>
              <a:gd name="connsiteY0" fmla="*/ 0 h 1266696"/>
              <a:gd name="connsiteX1" fmla="*/ 318965 w 678871"/>
              <a:gd name="connsiteY1" fmla="*/ 0 h 1266696"/>
              <a:gd name="connsiteX2" fmla="*/ 678871 w 678871"/>
              <a:gd name="connsiteY2" fmla="*/ 633348 h 1266696"/>
              <a:gd name="connsiteX3" fmla="*/ 318965 w 678871"/>
              <a:gd name="connsiteY3" fmla="*/ 1266696 h 1266696"/>
              <a:gd name="connsiteX4" fmla="*/ 0 w 678871"/>
              <a:gd name="connsiteY4" fmla="*/ 1266696 h 1266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71" h="1266696">
                <a:moveTo>
                  <a:pt x="0" y="0"/>
                </a:moveTo>
                <a:lnTo>
                  <a:pt x="318965" y="0"/>
                </a:lnTo>
                <a:lnTo>
                  <a:pt x="678871" y="633348"/>
                </a:lnTo>
                <a:lnTo>
                  <a:pt x="318965" y="1266696"/>
                </a:lnTo>
                <a:lnTo>
                  <a:pt x="0" y="1266696"/>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8" name="Hexagon 31"/>
          <p:cNvSpPr/>
          <p:nvPr userDrawn="1"/>
        </p:nvSpPr>
        <p:spPr>
          <a:xfrm>
            <a:off x="1580353" y="3182793"/>
            <a:ext cx="1455521" cy="1266696"/>
          </a:xfrm>
          <a:prstGeom prst="hexagon">
            <a:avLst>
              <a:gd name="adj" fmla="val 28413"/>
              <a:gd name="vf" fmla="val 115470"/>
            </a:avLst>
          </a:prstGeom>
          <a:noFill/>
          <a:ln w="190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46" name="Freeform 45"/>
          <p:cNvSpPr/>
          <p:nvPr userDrawn="1"/>
        </p:nvSpPr>
        <p:spPr>
          <a:xfrm>
            <a:off x="6334981" y="5962237"/>
            <a:ext cx="1455521" cy="901561"/>
          </a:xfrm>
          <a:custGeom>
            <a:avLst/>
            <a:gdLst>
              <a:gd name="connsiteX0" fmla="*/ 359906 w 1455521"/>
              <a:gd name="connsiteY0" fmla="*/ 0 h 901561"/>
              <a:gd name="connsiteX1" fmla="*/ 1095615 w 1455521"/>
              <a:gd name="connsiteY1" fmla="*/ 0 h 901561"/>
              <a:gd name="connsiteX2" fmla="*/ 1455521 w 1455521"/>
              <a:gd name="connsiteY2" fmla="*/ 633348 h 901561"/>
              <a:gd name="connsiteX3" fmla="*/ 1303107 w 1455521"/>
              <a:gd name="connsiteY3" fmla="*/ 901561 h 901561"/>
              <a:gd name="connsiteX4" fmla="*/ 152415 w 1455521"/>
              <a:gd name="connsiteY4" fmla="*/ 901561 h 901561"/>
              <a:gd name="connsiteX5" fmla="*/ 0 w 1455521"/>
              <a:gd name="connsiteY5" fmla="*/ 633348 h 90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01561">
                <a:moveTo>
                  <a:pt x="359906" y="0"/>
                </a:moveTo>
                <a:lnTo>
                  <a:pt x="1095615" y="0"/>
                </a:lnTo>
                <a:lnTo>
                  <a:pt x="1455521" y="633348"/>
                </a:lnTo>
                <a:lnTo>
                  <a:pt x="1303107" y="901561"/>
                </a:lnTo>
                <a:lnTo>
                  <a:pt x="152415" y="901561"/>
                </a:lnTo>
                <a:lnTo>
                  <a:pt x="0" y="633348"/>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28" name="Content Placeholder 47"/>
          <p:cNvSpPr>
            <a:spLocks noGrp="1"/>
          </p:cNvSpPr>
          <p:nvPr>
            <p:ph type="pic" sz="quarter" idx="48"/>
          </p:nvPr>
        </p:nvSpPr>
        <p:spPr>
          <a:xfrm>
            <a:off x="2754948" y="2502098"/>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9" name="Content Placeholder 47"/>
          <p:cNvSpPr>
            <a:spLocks noGrp="1"/>
          </p:cNvSpPr>
          <p:nvPr>
            <p:ph type="pic" sz="quarter" idx="49"/>
          </p:nvPr>
        </p:nvSpPr>
        <p:spPr>
          <a:xfrm>
            <a:off x="391110" y="2493385"/>
            <a:ext cx="1465840" cy="1289394"/>
          </a:xfrm>
          <a:prstGeom prst="hexagon">
            <a:avLst>
              <a:gd name="adj" fmla="val 28349"/>
              <a:gd name="vf" fmla="val 115470"/>
            </a:avLst>
          </a:prstGeom>
          <a:ln>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30" name="Content Placeholder 47"/>
          <p:cNvSpPr>
            <a:spLocks noGrp="1"/>
          </p:cNvSpPr>
          <p:nvPr>
            <p:ph type="pic" sz="quarter" idx="50"/>
          </p:nvPr>
        </p:nvSpPr>
        <p:spPr>
          <a:xfrm>
            <a:off x="5151412" y="5238680"/>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31" name="Content Placeholder 47"/>
          <p:cNvSpPr>
            <a:spLocks noGrp="1"/>
          </p:cNvSpPr>
          <p:nvPr>
            <p:ph type="pic" sz="quarter" idx="51"/>
          </p:nvPr>
        </p:nvSpPr>
        <p:spPr>
          <a:xfrm>
            <a:off x="3948599" y="3194928"/>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1" name="Content Placeholder 47" descr="Click icon to add picture"/>
          <p:cNvSpPr>
            <a:spLocks noGrp="1"/>
          </p:cNvSpPr>
          <p:nvPr>
            <p:ph type="body" sz="quarter" idx="27" hasCustomPrompt="1"/>
          </p:nvPr>
        </p:nvSpPr>
        <p:spPr>
          <a:xfrm>
            <a:off x="6096000" y="3093990"/>
            <a:ext cx="3034145" cy="1879791"/>
          </a:xfrm>
          <a:prstGeom prst="rect">
            <a:avLst/>
          </a:prstGeom>
        </p:spPr>
        <p:txBody>
          <a:bodyPr anchor="t">
            <a:noAutofit/>
          </a:bodyPr>
          <a:lstStyle>
            <a:lvl1pPr marL="0" indent="0" algn="l">
              <a:lnSpc>
                <a:spcPct val="100000"/>
              </a:lnSpc>
              <a:buNone/>
              <a:defRPr sz="1800" b="0">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2" name="Title 1"/>
          <p:cNvSpPr>
            <a:spLocks noGrp="1"/>
          </p:cNvSpPr>
          <p:nvPr>
            <p:ph type="title"/>
          </p:nvPr>
        </p:nvSpPr>
        <p:spPr>
          <a:xfrm>
            <a:off x="6096000" y="1703538"/>
            <a:ext cx="5055698" cy="1325563"/>
          </a:xfrm>
        </p:spPr>
        <p:txBody>
          <a:bodyPr anchor="b">
            <a:noAutofit/>
          </a:bodyPr>
          <a:lstStyle>
            <a:lvl1pPr>
              <a:defRPr>
                <a:solidFill>
                  <a:schemeClr val="accent6"/>
                </a:solidFill>
              </a:defRPr>
            </a:lvl1pPr>
          </a:lstStyle>
          <a:p>
            <a:r>
              <a:rPr lang="en-US"/>
              <a:t>Click to edit Master title style</a:t>
            </a:r>
            <a:endParaRPr lang="en-US" dirty="0"/>
          </a:p>
        </p:txBody>
      </p:sp>
      <p:sp>
        <p:nvSpPr>
          <p:cNvPr id="40" name="Freeform 39"/>
          <p:cNvSpPr/>
          <p:nvPr userDrawn="1"/>
        </p:nvSpPr>
        <p:spPr>
          <a:xfrm>
            <a:off x="-6538" y="1815084"/>
            <a:ext cx="697438" cy="1266696"/>
          </a:xfrm>
          <a:custGeom>
            <a:avLst/>
            <a:gdLst>
              <a:gd name="connsiteX0" fmla="*/ 0 w 732607"/>
              <a:gd name="connsiteY0" fmla="*/ 0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0-1" fmla="*/ 43961 w 732607"/>
              <a:gd name="connsiteY0-2" fmla="*/ 8793 h 1266696"/>
              <a:gd name="connsiteX1-3" fmla="*/ 372701 w 732607"/>
              <a:gd name="connsiteY1-4" fmla="*/ 0 h 1266696"/>
              <a:gd name="connsiteX2-5" fmla="*/ 732607 w 732607"/>
              <a:gd name="connsiteY2-6" fmla="*/ 633348 h 1266696"/>
              <a:gd name="connsiteX3-7" fmla="*/ 372701 w 732607"/>
              <a:gd name="connsiteY3-8" fmla="*/ 1266696 h 1266696"/>
              <a:gd name="connsiteX4-9" fmla="*/ 0 w 732607"/>
              <a:gd name="connsiteY4-10" fmla="*/ 1266696 h 1266696"/>
              <a:gd name="connsiteX5" fmla="*/ 43961 w 732607"/>
              <a:gd name="connsiteY5" fmla="*/ 8793 h 1266696"/>
              <a:gd name="connsiteX0-11" fmla="*/ 8792 w 697438"/>
              <a:gd name="connsiteY0-12" fmla="*/ 8793 h 1266696"/>
              <a:gd name="connsiteX1-13" fmla="*/ 337532 w 697438"/>
              <a:gd name="connsiteY1-14" fmla="*/ 0 h 1266696"/>
              <a:gd name="connsiteX2-15" fmla="*/ 697438 w 697438"/>
              <a:gd name="connsiteY2-16" fmla="*/ 633348 h 1266696"/>
              <a:gd name="connsiteX3-17" fmla="*/ 337532 w 697438"/>
              <a:gd name="connsiteY3-18" fmla="*/ 1266696 h 1266696"/>
              <a:gd name="connsiteX4-19" fmla="*/ 0 w 697438"/>
              <a:gd name="connsiteY4-20" fmla="*/ 1266696 h 1266696"/>
              <a:gd name="connsiteX5-21" fmla="*/ 8792 w 697438"/>
              <a:gd name="connsiteY5-22" fmla="*/ 8793 h 12666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Lst>
            <a:rect l="l" t="t" r="r" b="b"/>
            <a:pathLst>
              <a:path w="697438" h="1266696">
                <a:moveTo>
                  <a:pt x="8792" y="8793"/>
                </a:moveTo>
                <a:lnTo>
                  <a:pt x="337532" y="0"/>
                </a:lnTo>
                <a:lnTo>
                  <a:pt x="697438" y="633348"/>
                </a:lnTo>
                <a:lnTo>
                  <a:pt x="337532" y="1266696"/>
                </a:lnTo>
                <a:lnTo>
                  <a:pt x="0" y="1266696"/>
                </a:lnTo>
                <a:cubicBezTo>
                  <a:pt x="0" y="844464"/>
                  <a:pt x="8792" y="431025"/>
                  <a:pt x="8792" y="8793"/>
                </a:cubicBezTo>
                <a:close/>
              </a:path>
            </a:pathLst>
          </a:custGeom>
          <a:noFill/>
          <a:ln w="1905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alpha val="20000"/>
          </a:schemeClr>
        </a:solidFill>
        <a:effectLst/>
      </p:bgPr>
    </p:bg>
    <p:spTree>
      <p:nvGrpSpPr>
        <p:cNvPr id="1" name=""/>
        <p:cNvGrpSpPr/>
        <p:nvPr/>
      </p:nvGrpSpPr>
      <p:grpSpPr>
        <a:xfrm>
          <a:off x="0" y="0"/>
          <a:ext cx="0" cy="0"/>
          <a:chOff x="0" y="0"/>
          <a:chExt cx="0" cy="0"/>
        </a:xfrm>
      </p:grpSpPr>
      <p:sp>
        <p:nvSpPr>
          <p:cNvPr id="4" name="Content placeholder 47"/>
          <p:cNvSpPr>
            <a:spLocks noGrp="1"/>
          </p:cNvSpPr>
          <p:nvPr>
            <p:ph type="sldNum" sz="quarter" idx="4"/>
          </p:nvPr>
        </p:nvSpPr>
        <p:spPr>
          <a:xfrm>
            <a:off x="11194169" y="6217920"/>
            <a:ext cx="458592" cy="365125"/>
          </a:xfrm>
          <a:prstGeom prst="rect">
            <a:avLst/>
          </a:prstGeom>
        </p:spPr>
        <p:txBody>
          <a:bodyPr vert="horz" lIns="91440" tIns="45720" rIns="91440" bIns="45720" rtlCol="0" anchor="ctr">
            <a:noAutofit/>
          </a:bodyPr>
          <a:lstStyle>
            <a:lvl1pPr algn="ctr">
              <a:defRPr sz="1200">
                <a:solidFill>
                  <a:schemeClr val="accent6"/>
                </a:solidFill>
                <a:latin typeface="+mn-lt"/>
              </a:defRPr>
            </a:lvl1pPr>
          </a:lstStyle>
          <a:p>
            <a:fld id="{47FEACEE-25B4-4A2D-B147-27296E36371D}" type="slidenum">
              <a:rPr lang="en-US" altLang="zh-CN" smtClean="0"/>
              <a:t>‹#›</a:t>
            </a:fld>
            <a:endParaRPr lang="en-US" altLang="zh-CN" dirty="0"/>
          </a:p>
        </p:txBody>
      </p:sp>
      <p:sp>
        <p:nvSpPr>
          <p:cNvPr id="6"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itle Placeholder 4"/>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noProof="0"/>
              <a:t>Click to edit Master title style</a:t>
            </a:r>
          </a:p>
        </p:txBody>
      </p:sp>
      <p:sp>
        <p:nvSpPr>
          <p:cNvPr id="8" name="Footer Placeholder 7"/>
          <p:cNvSpPr>
            <a:spLocks noGrp="1"/>
          </p:cNvSpPr>
          <p:nvPr>
            <p:ph type="ftr" sz="quarter" idx="3"/>
          </p:nvPr>
        </p:nvSpPr>
        <p:spPr>
          <a:xfrm>
            <a:off x="484632" y="6217920"/>
            <a:ext cx="4114800" cy="365125"/>
          </a:xfrm>
          <a:prstGeom prst="rect">
            <a:avLst/>
          </a:prstGeom>
        </p:spPr>
        <p:txBody>
          <a:bodyPr vert="horz" lIns="91440" tIns="45720" rIns="91440" bIns="45720" rtlCol="0" anchor="ctr">
            <a:noAutofit/>
          </a:bodyPr>
          <a:lstStyle>
            <a:lvl1pPr algn="l">
              <a:defRPr sz="1200">
                <a:solidFill>
                  <a:schemeClr val="accent6"/>
                </a:solidFill>
                <a:latin typeface="+mn-lt"/>
              </a:defRPr>
            </a:lvl1pPr>
          </a:lstStyle>
          <a:p>
            <a:r>
              <a:rPr lang="en-US"/>
              <a:t>Presentation title</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hdr="0" dt="0"/>
  <p:txStyles>
    <p:titleStyle>
      <a:lvl1pPr algn="l" defTabSz="914400" rtl="0" eaLnBrk="1" latinLnBrk="0" hangingPunct="1">
        <a:lnSpc>
          <a:spcPct val="90000"/>
        </a:lnSpc>
        <a:spcBef>
          <a:spcPct val="0"/>
        </a:spcBef>
        <a:buNone/>
        <a:defRPr sz="4400" b="1" kern="1200">
          <a:solidFill>
            <a:schemeClr val="accent6"/>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581602" y="2197924"/>
            <a:ext cx="11226193" cy="1423547"/>
          </a:xfrm>
        </p:spPr>
        <p:txBody>
          <a:bodyPr/>
          <a:lstStyle/>
          <a:p>
            <a:pPr algn="ctr"/>
            <a:r>
              <a:rPr lang="en-US" sz="3200" dirty="0">
                <a:solidFill>
                  <a:schemeClr val="tx1"/>
                </a:solidFill>
                <a:latin typeface="Times New Roman" panose="02020603050405020304"/>
                <a:cs typeface="Times New Roman" panose="02020603050405020304"/>
              </a:rPr>
              <a:t>Fake Profile Identification In Social Network Using Machine Learning &amp; NLP</a:t>
            </a:r>
            <a:endParaRPr lang="en-US" sz="3200" dirty="0">
              <a:solidFill>
                <a:schemeClr val="tx1"/>
              </a:solidFill>
            </a:endParaRPr>
          </a:p>
        </p:txBody>
      </p:sp>
      <p:sp>
        <p:nvSpPr>
          <p:cNvPr id="9" name="Text Placeholder 8"/>
          <p:cNvSpPr>
            <a:spLocks noGrp="1"/>
          </p:cNvSpPr>
          <p:nvPr>
            <p:ph type="body" sz="quarter" idx="28"/>
          </p:nvPr>
        </p:nvSpPr>
        <p:spPr>
          <a:xfrm>
            <a:off x="1601366" y="4172081"/>
            <a:ext cx="2762255" cy="785688"/>
          </a:xfrm>
        </p:spPr>
        <p:txBody>
          <a:bodyPr vert="horz" lIns="91440" tIns="45720" rIns="91440" bIns="45720" rtlCol="0" anchor="t">
            <a:noAutofit/>
          </a:bodyPr>
          <a:lstStyle/>
          <a:p>
            <a:pPr algn="just">
              <a:lnSpc>
                <a:spcPct val="150000"/>
              </a:lnSpc>
              <a:spcBef>
                <a:spcPts val="0"/>
              </a:spcBef>
            </a:pPr>
            <a:r>
              <a:rPr lang="en-US" sz="2000" dirty="0">
                <a:solidFill>
                  <a:schemeClr val="tx1"/>
                </a:solidFill>
                <a:latin typeface="Times New Roman" panose="02020603050405020304"/>
                <a:cs typeface="Times New Roman" panose="02020603050405020304"/>
              </a:rPr>
              <a:t>Under the Guidance of:</a:t>
            </a:r>
            <a:endParaRPr lang="en-US"/>
          </a:p>
          <a:p>
            <a:pPr algn="just">
              <a:lnSpc>
                <a:spcPct val="150000"/>
              </a:lnSpc>
              <a:spcBef>
                <a:spcPts val="0"/>
              </a:spcBef>
            </a:pPr>
            <a:r>
              <a:rPr lang="en-US" sz="2000" b="1" dirty="0">
                <a:solidFill>
                  <a:schemeClr val="tx1"/>
                </a:solidFill>
                <a:latin typeface="Times New Roman" panose="02020603050405020304"/>
                <a:cs typeface="Times New Roman" panose="02020603050405020304"/>
              </a:rPr>
              <a:t>N Durga Prasanna</a:t>
            </a:r>
          </a:p>
          <a:p>
            <a:endParaRPr lang="en-US" dirty="0"/>
          </a:p>
        </p:txBody>
      </p:sp>
      <p:sp>
        <p:nvSpPr>
          <p:cNvPr id="16" name="Text Placeholder 8"/>
          <p:cNvSpPr txBox="1"/>
          <p:nvPr/>
        </p:nvSpPr>
        <p:spPr>
          <a:xfrm>
            <a:off x="6819061" y="4113699"/>
            <a:ext cx="4918849" cy="1732006"/>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buFont typeface="Arial" panose="020B0604020202020204" pitchFamily="34" charset="0"/>
              <a:buNone/>
              <a:defRPr sz="1800" b="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spcBef>
                <a:spcPts val="0"/>
              </a:spcBef>
            </a:pPr>
            <a:r>
              <a:rPr lang="en-US" sz="2000" dirty="0">
                <a:solidFill>
                  <a:schemeClr val="tx1"/>
                </a:solidFill>
                <a:latin typeface="Times New Roman" panose="02020603050405020304"/>
                <a:cs typeface="Times New Roman" panose="02020603050405020304"/>
              </a:rPr>
              <a:t>Team Members:</a:t>
            </a:r>
            <a:endParaRPr lang="en-US"/>
          </a:p>
          <a:p>
            <a:pPr>
              <a:lnSpc>
                <a:spcPct val="150000"/>
              </a:lnSpc>
              <a:spcBef>
                <a:spcPts val="0"/>
              </a:spcBef>
            </a:pPr>
            <a:r>
              <a:rPr lang="en-US" b="1" dirty="0">
                <a:solidFill>
                  <a:schemeClr val="tx1"/>
                </a:solidFill>
                <a:latin typeface="Times New Roman" panose="02020603050405020304"/>
                <a:cs typeface="Times New Roman" panose="02020603050405020304"/>
              </a:rPr>
              <a:t>J Janaki Lakshmi(20B81A1243)</a:t>
            </a:r>
          </a:p>
          <a:p>
            <a:pPr>
              <a:lnSpc>
                <a:spcPct val="150000"/>
              </a:lnSpc>
              <a:spcBef>
                <a:spcPts val="0"/>
              </a:spcBef>
            </a:pPr>
            <a:r>
              <a:rPr lang="en-US" b="1" dirty="0">
                <a:solidFill>
                  <a:schemeClr val="tx1"/>
                </a:solidFill>
                <a:latin typeface="Times New Roman" panose="02020603050405020304"/>
                <a:cs typeface="Times New Roman" panose="02020603050405020304"/>
              </a:rPr>
              <a:t>K Teja(21B85A1206)</a:t>
            </a:r>
          </a:p>
          <a:p>
            <a:pPr>
              <a:lnSpc>
                <a:spcPct val="150000"/>
              </a:lnSpc>
              <a:spcBef>
                <a:spcPts val="0"/>
              </a:spcBef>
            </a:pPr>
            <a:r>
              <a:rPr lang="en-US" b="1" dirty="0">
                <a:solidFill>
                  <a:schemeClr val="tx1"/>
                </a:solidFill>
                <a:latin typeface="Times New Roman" panose="02020603050405020304"/>
                <a:cs typeface="Times New Roman" panose="02020603050405020304"/>
              </a:rPr>
              <a:t>A </a:t>
            </a:r>
            <a:r>
              <a:rPr lang="en-US" b="1">
                <a:solidFill>
                  <a:schemeClr val="tx1"/>
                </a:solidFill>
                <a:latin typeface="Times New Roman" panose="02020603050405020304"/>
                <a:cs typeface="Times New Roman" panose="02020603050405020304"/>
              </a:rPr>
              <a:t>Lohika(20B81A1206)</a:t>
            </a:r>
          </a:p>
          <a:p>
            <a:pPr>
              <a:lnSpc>
                <a:spcPct val="150000"/>
              </a:lnSpc>
              <a:spcBef>
                <a:spcPts val="0"/>
              </a:spcBef>
            </a:pPr>
            <a:r>
              <a:rPr lang="en-US" b="1" dirty="0">
                <a:solidFill>
                  <a:schemeClr val="tx1"/>
                </a:solidFill>
                <a:latin typeface="Times New Roman" panose="02020603050405020304"/>
                <a:cs typeface="Times New Roman" panose="02020603050405020304"/>
              </a:rPr>
              <a:t>G Deepu Venkata Swaroop(20B81A1228)</a:t>
            </a:r>
          </a:p>
          <a:p>
            <a:pPr algn="just">
              <a:spcBef>
                <a:spcPts val="0"/>
              </a:spcBef>
            </a:pPr>
            <a:endParaRPr lang="en-US" sz="2000" dirty="0">
              <a:solidFill>
                <a:schemeClr val="tx1"/>
              </a:solidFill>
              <a:latin typeface="Times New Roman" panose="02020603050405020304"/>
              <a:cs typeface="Times New Roman" panose="02020603050405020304"/>
            </a:endParaRPr>
          </a:p>
          <a:p>
            <a:endParaRPr lang="en-US" dirty="0"/>
          </a:p>
        </p:txBody>
      </p:sp>
      <p:sp>
        <p:nvSpPr>
          <p:cNvPr id="5" name="Title 6"/>
          <p:cNvSpPr txBox="1"/>
          <p:nvPr/>
        </p:nvSpPr>
        <p:spPr>
          <a:xfrm>
            <a:off x="1698613" y="-124547"/>
            <a:ext cx="9932799" cy="228580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kern="1200">
                <a:solidFill>
                  <a:schemeClr val="accent6"/>
                </a:solidFill>
                <a:latin typeface="+mj-lt"/>
                <a:ea typeface="+mj-ea"/>
                <a:cs typeface="+mj-cs"/>
              </a:defRPr>
            </a:lvl1pPr>
          </a:lstStyle>
          <a:p>
            <a:pPr algn="ctr"/>
            <a:r>
              <a:rPr lang="en-US" sz="4000" b="0" dirty="0">
                <a:solidFill>
                  <a:schemeClr val="tx1"/>
                </a:solidFill>
                <a:latin typeface="Times New Roman" panose="02020603050405020304"/>
                <a:cs typeface="Times New Roman" panose="02020603050405020304"/>
              </a:rPr>
              <a:t>Sir CR Reddy College of Engineering</a:t>
            </a:r>
            <a:endParaRPr lang="en-US" b="0" dirty="0">
              <a:solidFill>
                <a:schemeClr val="tx1"/>
              </a:solidFill>
            </a:endParaRPr>
          </a:p>
          <a:p>
            <a:pPr algn="ctr"/>
            <a:r>
              <a:rPr lang="en-US" sz="2800" b="0" dirty="0">
                <a:solidFill>
                  <a:schemeClr val="tx1"/>
                </a:solidFill>
                <a:latin typeface="Times New Roman" panose="02020603050405020304"/>
                <a:cs typeface="Times New Roman" panose="02020603050405020304"/>
              </a:rPr>
              <a:t>Department of Information Technology</a:t>
            </a:r>
          </a:p>
        </p:txBody>
      </p:sp>
      <p:sp>
        <p:nvSpPr>
          <p:cNvPr id="2" name="Oval 1"/>
          <p:cNvSpPr/>
          <p:nvPr/>
        </p:nvSpPr>
        <p:spPr>
          <a:xfrm>
            <a:off x="727788" y="307909"/>
            <a:ext cx="1735494" cy="1651518"/>
          </a:xfrm>
          <a:prstGeom prst="ellipse">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497" y="730257"/>
            <a:ext cx="10889796" cy="1418998"/>
          </a:xfrm>
        </p:spPr>
        <p:txBody>
          <a:bodyPr/>
          <a:lstStyle/>
          <a:p>
            <a:r>
              <a:rPr lang="en-US" sz="3200" dirty="0">
                <a:solidFill>
                  <a:schemeClr val="tx1"/>
                </a:solidFill>
                <a:latin typeface="Times New Roman" panose="02020603050405020304" pitchFamily="18" charset="0"/>
                <a:cs typeface="Times New Roman" panose="02020603050405020304" pitchFamily="18" charset="0"/>
              </a:rPr>
              <a:t>AGENDA</a:t>
            </a:r>
          </a:p>
        </p:txBody>
      </p:sp>
      <p:sp>
        <p:nvSpPr>
          <p:cNvPr id="7" name="TextBox 6"/>
          <p:cNvSpPr txBox="1"/>
          <p:nvPr/>
        </p:nvSpPr>
        <p:spPr>
          <a:xfrm>
            <a:off x="628056" y="1713257"/>
            <a:ext cx="10257592" cy="3358868"/>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marL="285750" indent="-285750" algn="just">
              <a:lnSpc>
                <a:spcPct val="90000"/>
              </a:lnSpc>
              <a:spcBef>
                <a:spcPts val="1000"/>
              </a:spcBef>
              <a:buFont typeface="Arial" panose="020B0604020202020204"/>
              <a:buChar char="•"/>
            </a:pPr>
            <a:r>
              <a:rPr lang="en-US" sz="1600" dirty="0">
                <a:latin typeface="Times New Roman" panose="02020603050405020304"/>
                <a:ea typeface="Microsoft YaHei" panose="020B0503020204020204" charset="-122"/>
                <a:cs typeface="Times New Roman" panose="02020603050405020304"/>
              </a:rPr>
              <a:t>Abstract</a:t>
            </a:r>
          </a:p>
          <a:p>
            <a:pPr marL="285750" indent="-285750" algn="just">
              <a:lnSpc>
                <a:spcPct val="90000"/>
              </a:lnSpc>
              <a:spcBef>
                <a:spcPts val="1000"/>
              </a:spcBef>
              <a:buFont typeface="Arial" panose="020B0604020202020204"/>
              <a:buChar char="•"/>
            </a:pPr>
            <a:r>
              <a:rPr lang="en-US" sz="1600" dirty="0">
                <a:latin typeface="Times New Roman" panose="02020603050405020304"/>
                <a:ea typeface="Microsoft YaHei" panose="020B0503020204020204" charset="-122"/>
                <a:cs typeface="Times New Roman" panose="02020603050405020304"/>
              </a:rPr>
              <a:t>Introduction</a:t>
            </a:r>
          </a:p>
          <a:p>
            <a:pPr marL="285750" indent="-285750" algn="just">
              <a:lnSpc>
                <a:spcPct val="90000"/>
              </a:lnSpc>
              <a:spcBef>
                <a:spcPts val="1000"/>
              </a:spcBef>
              <a:buFont typeface="Arial" panose="020B0604020202020204"/>
              <a:buChar char="•"/>
            </a:pPr>
            <a:r>
              <a:rPr lang="en-US" sz="1600" dirty="0">
                <a:latin typeface="Times New Roman" panose="02020603050405020304"/>
                <a:ea typeface="Microsoft YaHei" panose="020B0503020204020204" charset="-122"/>
                <a:cs typeface="Times New Roman" panose="02020603050405020304"/>
              </a:rPr>
              <a:t>Requirement Specification</a:t>
            </a:r>
          </a:p>
          <a:p>
            <a:pPr marL="285750" indent="-285750" algn="just">
              <a:lnSpc>
                <a:spcPct val="90000"/>
              </a:lnSpc>
              <a:spcBef>
                <a:spcPts val="1000"/>
              </a:spcBef>
              <a:buFont typeface="Arial" panose="020B0604020202020204"/>
              <a:buChar char="•"/>
            </a:pPr>
            <a:r>
              <a:rPr lang="en-US" sz="1600" dirty="0">
                <a:latin typeface="Times New Roman" panose="02020603050405020304"/>
                <a:ea typeface="Microsoft YaHei" panose="020B0503020204020204" charset="-122"/>
                <a:cs typeface="Times New Roman" panose="02020603050405020304"/>
              </a:rPr>
              <a:t>Existing System</a:t>
            </a:r>
          </a:p>
          <a:p>
            <a:pPr marL="285750" indent="-285750" algn="just">
              <a:lnSpc>
                <a:spcPct val="90000"/>
              </a:lnSpc>
              <a:spcBef>
                <a:spcPts val="1000"/>
              </a:spcBef>
              <a:buFont typeface="Arial" panose="020B0604020202020204"/>
              <a:buChar char="•"/>
            </a:pPr>
            <a:r>
              <a:rPr lang="en-US" sz="1600" dirty="0">
                <a:latin typeface="Times New Roman" panose="02020603050405020304"/>
                <a:ea typeface="Microsoft YaHei" panose="020B0503020204020204" charset="-122"/>
                <a:cs typeface="Times New Roman" panose="02020603050405020304"/>
              </a:rPr>
              <a:t>Drawbacks of Existing System</a:t>
            </a:r>
          </a:p>
          <a:p>
            <a:pPr marL="285750" indent="-285750" algn="just">
              <a:lnSpc>
                <a:spcPct val="90000"/>
              </a:lnSpc>
              <a:spcBef>
                <a:spcPts val="1000"/>
              </a:spcBef>
              <a:buFont typeface="Arial" panose="020B0604020202020204"/>
              <a:buChar char="•"/>
            </a:pPr>
            <a:r>
              <a:rPr lang="en-US" sz="1600" dirty="0">
                <a:latin typeface="Times New Roman" panose="02020603050405020304"/>
                <a:ea typeface="Microsoft YaHei" panose="020B0503020204020204" charset="-122"/>
                <a:cs typeface="Times New Roman" panose="02020603050405020304"/>
              </a:rPr>
              <a:t>Proposed System</a:t>
            </a:r>
          </a:p>
          <a:p>
            <a:pPr marL="285750" indent="-285750" algn="just">
              <a:lnSpc>
                <a:spcPct val="90000"/>
              </a:lnSpc>
              <a:spcBef>
                <a:spcPts val="1000"/>
              </a:spcBef>
              <a:buFont typeface="Arial" panose="020B0604020202020204"/>
              <a:buChar char="•"/>
            </a:pPr>
            <a:r>
              <a:rPr lang="en-US" sz="1600" dirty="0">
                <a:solidFill>
                  <a:srgbClr val="000000"/>
                </a:solidFill>
                <a:latin typeface="Times New Roman" panose="02020603050405020304"/>
                <a:ea typeface="Microsoft YaHei" panose="020B0503020204020204" charset="-122"/>
                <a:cs typeface="Times New Roman" panose="02020603050405020304"/>
              </a:rPr>
              <a:t>Methodology</a:t>
            </a:r>
          </a:p>
          <a:p>
            <a:pPr marL="285750" indent="-285750" algn="just">
              <a:lnSpc>
                <a:spcPct val="90000"/>
              </a:lnSpc>
              <a:spcBef>
                <a:spcPts val="1000"/>
              </a:spcBef>
              <a:buFont typeface="Arial" panose="020B0604020202020204"/>
              <a:buChar char="•"/>
            </a:pPr>
            <a:r>
              <a:rPr lang="en-US" sz="1600" dirty="0">
                <a:solidFill>
                  <a:srgbClr val="000000"/>
                </a:solidFill>
                <a:latin typeface="Times New Roman" panose="02020603050405020304"/>
                <a:ea typeface="Microsoft YaHei"/>
                <a:cs typeface="Times New Roman" panose="02020603050405020304"/>
              </a:rPr>
              <a:t>Implementation</a:t>
            </a:r>
            <a:endParaRPr lang="en-US" sz="1600" dirty="0">
              <a:solidFill>
                <a:srgbClr val="000000"/>
              </a:solidFill>
              <a:latin typeface="Times New Roman" panose="02020603050405020304"/>
              <a:ea typeface="Microsoft YaHei" panose="020B0503020204020204" charset="-122"/>
              <a:cs typeface="Times New Roman" panose="02020603050405020304"/>
            </a:endParaRPr>
          </a:p>
          <a:p>
            <a:pPr marL="285750" indent="-285750" algn="just">
              <a:lnSpc>
                <a:spcPct val="90000"/>
              </a:lnSpc>
              <a:spcBef>
                <a:spcPts val="1000"/>
              </a:spcBef>
              <a:buFont typeface="Arial" panose="020B0604020202020204"/>
              <a:buChar char="•"/>
            </a:pPr>
            <a:r>
              <a:rPr lang="en-US" sz="1600" dirty="0">
                <a:solidFill>
                  <a:srgbClr val="000000"/>
                </a:solidFill>
                <a:latin typeface="Times New Roman"/>
                <a:ea typeface="Microsoft YaHei"/>
                <a:cs typeface="Times New Roman"/>
              </a:rPr>
              <a:t>Result</a:t>
            </a:r>
            <a:endParaRPr lang="en-US" sz="1600" dirty="0">
              <a:solidFill>
                <a:srgbClr val="000000"/>
              </a:solidFill>
              <a:latin typeface="Times New Roman"/>
              <a:ea typeface="Microsoft YaHei" panose="020B0503020204020204" charset="-122"/>
              <a:cs typeface="Times New Roman"/>
            </a:endParaRPr>
          </a:p>
          <a:p>
            <a:endParaRPr lang="en-US" sz="1600" dirty="0">
              <a:solidFill>
                <a:srgbClr val="FFFFFF"/>
              </a:solidFill>
              <a:latin typeface="Posterama" panose="020B0504020200020000" pitchFamily="34" charset="0"/>
              <a:ea typeface="Microsoft YaHei" panose="020B0503020204020204" charset="-122"/>
              <a:cs typeface="Posterama" panose="020B0504020200020000"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just"/>
            <a:r>
              <a:rPr lang="en-US" sz="3200" dirty="0">
                <a:solidFill>
                  <a:schemeClr val="tx1"/>
                </a:solidFill>
                <a:latin typeface="Times New Roman" panose="02020603050405020304"/>
                <a:cs typeface="Times New Roman" panose="02020603050405020304"/>
              </a:rPr>
              <a:t>Abstract</a:t>
            </a:r>
            <a:endParaRPr lang="en-US" sz="3200" b="0" dirty="0">
              <a:solidFill>
                <a:schemeClr val="tx1"/>
              </a:solidFill>
              <a:latin typeface="Times New Roman" panose="02020603050405020304"/>
              <a:cs typeface="Times New Roman" panose="02020603050405020304"/>
            </a:endParaRPr>
          </a:p>
          <a:p>
            <a:endParaRPr lang="en-US" dirty="0"/>
          </a:p>
        </p:txBody>
      </p:sp>
      <p:sp>
        <p:nvSpPr>
          <p:cNvPr id="6" name="Chart Placeholder 2"/>
          <p:cNvSpPr>
            <a:spLocks noGrp="1"/>
          </p:cNvSpPr>
          <p:nvPr/>
        </p:nvSpPr>
        <p:spPr>
          <a:xfrm>
            <a:off x="577803" y="1582404"/>
            <a:ext cx="10815142" cy="4104957"/>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r>
              <a:rPr lang="en-US" sz="1600" dirty="0">
                <a:solidFill>
                  <a:schemeClr val="tx1"/>
                </a:solidFill>
                <a:latin typeface="Times New Roman" panose="02020603050405020304"/>
                <a:cs typeface="Times New Roman" panose="02020603050405020304"/>
              </a:rPr>
              <a:t>Now-a-days people are using social media by creating their unique profiles for Communication with Friends &amp; Family. But, there are some threats on user’s Privacy and Security.To know who are creating those threats, we classify the each user’s Individual profile by using Machine Learning and Natural Language Processing Techniques .Here we identify the fake profile using Machine Learning models.This project proposes a classification approach to distinguish genuine and fake profiles, addressing security challenges in the prevalent realm of social network platforms.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solidFill>
                  <a:schemeClr val="tx1"/>
                </a:solidFill>
                <a:latin typeface="Times New Roman" panose="02020603050405020304"/>
                <a:cs typeface="Times New Roman" panose="02020603050405020304"/>
              </a:rPr>
              <a:t>Introduction</a:t>
            </a:r>
            <a:endParaRPr lang="en-US" sz="3600" b="0" dirty="0">
              <a:solidFill>
                <a:schemeClr val="tx1"/>
              </a:solidFill>
              <a:latin typeface="Times New Roman" panose="02020603050405020304"/>
              <a:cs typeface="Times New Roman" panose="02020603050405020304"/>
            </a:endParaRPr>
          </a:p>
          <a:p>
            <a:endParaRPr lang="en-US" dirty="0"/>
          </a:p>
        </p:txBody>
      </p:sp>
      <p:sp>
        <p:nvSpPr>
          <p:cNvPr id="7" name="TextBox 6"/>
          <p:cNvSpPr txBox="1"/>
          <p:nvPr/>
        </p:nvSpPr>
        <p:spPr>
          <a:xfrm>
            <a:off x="583532" y="1866901"/>
            <a:ext cx="8177461" cy="3006977"/>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just">
              <a:lnSpc>
                <a:spcPct val="150000"/>
              </a:lnSpc>
            </a:pPr>
            <a:r>
              <a:rPr lang="en-US" sz="1600" dirty="0">
                <a:latin typeface="Times New Roman" panose="02020603050405020304"/>
              </a:rPr>
              <a:t>In today's world, almost everyone is using social media every day. People create profiles and connect with each other, no matter where they are. While social media has its benefits, it also brings up security concerns, especially about our personal information. Figuring out who might be causing problems on social media requires us to sort through user profiles. The ways we currently do this work pretty well, but we want to make them even better. So, in this presentation, we suggest using smarter techniques like Machine Learning and Natural Language Processing. We'll use these techniques to get better at spotting fake profiles and make online spaces safer for everyone.</a:t>
            </a:r>
            <a:r>
              <a:rPr lang="en-US" sz="1600" dirty="0">
                <a:latin typeface="Times New Roman" panose="02020603050405020304"/>
                <a:ea typeface="Microsoft YaHei" panose="020B0503020204020204" charset="-122"/>
                <a:cs typeface="Times New Roman" panose="02020603050405020304"/>
              </a:rPr>
              <a:t>​</a:t>
            </a:r>
            <a:endParaRPr lang="en-US" sz="1600"/>
          </a:p>
        </p:txBody>
      </p:sp>
      <p:pic>
        <p:nvPicPr>
          <p:cNvPr id="8" name="Picture 7" descr="A person wearing a white mask&#10;&#10;Description automatically generated"/>
          <p:cNvPicPr>
            <a:picLocks noChangeAspect="1"/>
          </p:cNvPicPr>
          <p:nvPr/>
        </p:nvPicPr>
        <p:blipFill>
          <a:blip r:embed="rId2"/>
          <a:stretch>
            <a:fillRect/>
          </a:stretch>
        </p:blipFill>
        <p:spPr>
          <a:xfrm>
            <a:off x="8942471" y="928938"/>
            <a:ext cx="3019928" cy="320541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just">
              <a:spcBef>
                <a:spcPts val="1000"/>
              </a:spcBef>
            </a:pPr>
            <a:r>
              <a:rPr lang="en-US" sz="3600" dirty="0">
                <a:solidFill>
                  <a:srgbClr val="000000"/>
                </a:solidFill>
                <a:latin typeface="Times New Roman" panose="02020603050405020304"/>
                <a:cs typeface="Times New Roman" panose="02020603050405020304"/>
              </a:rPr>
              <a:t>Requirement Specification</a:t>
            </a:r>
            <a:endParaRPr lang="en-US" sz="3600" dirty="0">
              <a:solidFill>
                <a:srgbClr val="808080"/>
              </a:solidFill>
              <a:latin typeface="Times New Roman" panose="02020603050405020304"/>
              <a:cs typeface="Times New Roman" panose="02020603050405020304"/>
            </a:endParaRPr>
          </a:p>
          <a:p>
            <a:endParaRPr lang="en-US" sz="3600" dirty="0">
              <a:latin typeface="Times New Roman" panose="02020603050405020304" pitchFamily="18" charset="0"/>
              <a:cs typeface="Times New Roman" panose="02020603050405020304" pitchFamily="18" charset="0"/>
            </a:endParaRPr>
          </a:p>
        </p:txBody>
      </p:sp>
      <p:sp>
        <p:nvSpPr>
          <p:cNvPr id="8" name="TextBox 7"/>
          <p:cNvSpPr txBox="1"/>
          <p:nvPr/>
        </p:nvSpPr>
        <p:spPr>
          <a:xfrm>
            <a:off x="709127" y="1753975"/>
            <a:ext cx="8679949" cy="4832092"/>
          </a:xfrm>
          <a:prstGeom prst="rect">
            <a:avLst/>
          </a:prstGeom>
        </p:spPr>
        <p:txBody>
          <a:bodyPr wrap="square" lIns="91440" tIns="45720" rIns="91440" bIns="45720" rtlCol="0" anchor="t">
            <a:spAutoFit/>
          </a:bodyPr>
          <a:lstStyle/>
          <a:p>
            <a:pPr algn="just"/>
            <a:r>
              <a:rPr lang="en-US" sz="2000" b="1" dirty="0">
                <a:solidFill>
                  <a:srgbClr val="000000"/>
                </a:solidFill>
                <a:latin typeface="Times New Roman"/>
                <a:ea typeface="Microsoft YaHei"/>
                <a:cs typeface="Times New Roman"/>
              </a:rPr>
              <a:t>Software Requirements </a:t>
            </a:r>
            <a:endParaRPr lang="en-US" dirty="0">
              <a:ea typeface="Microsoft YaHei"/>
            </a:endParaRPr>
          </a:p>
          <a:p>
            <a:pPr algn="just"/>
            <a:br>
              <a:rPr lang="en-US" dirty="0"/>
            </a:br>
            <a:endParaRPr lang="en-US" dirty="0"/>
          </a:p>
          <a:p>
            <a:pPr algn="just"/>
            <a:r>
              <a:rPr lang="en-US" dirty="0">
                <a:solidFill>
                  <a:srgbClr val="000000"/>
                </a:solidFill>
                <a:latin typeface="Times New Roman"/>
                <a:ea typeface="Microsoft YaHei"/>
                <a:cs typeface="Times New Roman"/>
              </a:rPr>
              <a:t>• Web Interface:Streamlit </a:t>
            </a:r>
            <a:endParaRPr lang="en-US" dirty="0">
              <a:ea typeface="Microsoft YaHei"/>
            </a:endParaRPr>
          </a:p>
          <a:p>
            <a:pPr algn="just"/>
            <a:r>
              <a:rPr lang="en-US" dirty="0">
                <a:solidFill>
                  <a:srgbClr val="000000"/>
                </a:solidFill>
                <a:latin typeface="Times New Roman"/>
                <a:ea typeface="Microsoft YaHei"/>
                <a:cs typeface="Times New Roman"/>
              </a:rPr>
              <a:t>• Language:</a:t>
            </a:r>
            <a:r>
              <a:rPr lang="en-US" b="1" dirty="0">
                <a:solidFill>
                  <a:srgbClr val="000000"/>
                </a:solidFill>
                <a:latin typeface="Times New Roman"/>
                <a:ea typeface="Microsoft YaHei"/>
                <a:cs typeface="Times New Roman"/>
              </a:rPr>
              <a:t> </a:t>
            </a:r>
            <a:r>
              <a:rPr lang="en-US" dirty="0">
                <a:solidFill>
                  <a:srgbClr val="000000"/>
                </a:solidFill>
                <a:latin typeface="Times New Roman"/>
                <a:ea typeface="Microsoft YaHei"/>
                <a:cs typeface="Times New Roman"/>
              </a:rPr>
              <a:t>Python</a:t>
            </a:r>
            <a:endParaRPr lang="en-US" dirty="0">
              <a:ea typeface="Microsoft YaHei"/>
            </a:endParaRPr>
          </a:p>
          <a:p>
            <a:pPr algn="just"/>
            <a:r>
              <a:rPr lang="en-US" dirty="0">
                <a:solidFill>
                  <a:srgbClr val="000000"/>
                </a:solidFill>
                <a:latin typeface="Times New Roman"/>
                <a:ea typeface="Microsoft YaHei"/>
                <a:cs typeface="Times New Roman"/>
              </a:rPr>
              <a:t>• Machine Learning Libraries</a:t>
            </a:r>
            <a:endParaRPr lang="en-US" dirty="0">
              <a:latin typeface="Times New Roman"/>
              <a:ea typeface="Microsoft YaHei"/>
              <a:cs typeface="Times New Roman"/>
            </a:endParaRPr>
          </a:p>
          <a:p>
            <a:pPr algn="just"/>
            <a:r>
              <a:rPr lang="en-US" dirty="0">
                <a:solidFill>
                  <a:srgbClr val="000000"/>
                </a:solidFill>
                <a:latin typeface="Times New Roman"/>
                <a:ea typeface="Microsoft YaHei"/>
                <a:cs typeface="Times New Roman"/>
              </a:rPr>
              <a:t>• Editor: Visual Studio Code</a:t>
            </a:r>
            <a:endParaRPr lang="en-US" dirty="0">
              <a:ea typeface="Microsoft YaHei"/>
            </a:endParaRPr>
          </a:p>
          <a:p>
            <a:pPr algn="just"/>
            <a:br>
              <a:rPr lang="en-US" dirty="0"/>
            </a:br>
            <a:endParaRPr lang="en-US" dirty="0"/>
          </a:p>
          <a:p>
            <a:pPr algn="just"/>
            <a:r>
              <a:rPr lang="en-US" b="1" dirty="0">
                <a:solidFill>
                  <a:srgbClr val="000000"/>
                </a:solidFill>
                <a:latin typeface="Times New Roman"/>
                <a:ea typeface="Microsoft YaHei"/>
                <a:cs typeface="Times New Roman"/>
              </a:rPr>
              <a:t>Hardware Requirements </a:t>
            </a:r>
            <a:endParaRPr lang="en-US" dirty="0">
              <a:ea typeface="Microsoft YaHei"/>
            </a:endParaRPr>
          </a:p>
          <a:p>
            <a:pPr algn="just"/>
            <a:br>
              <a:rPr lang="en-US" dirty="0"/>
            </a:br>
            <a:endParaRPr lang="en-US" dirty="0"/>
          </a:p>
          <a:p>
            <a:pPr algn="just"/>
            <a:r>
              <a:rPr lang="en-US" dirty="0">
                <a:solidFill>
                  <a:srgbClr val="000000"/>
                </a:solidFill>
                <a:latin typeface="Times New Roman"/>
                <a:ea typeface="Microsoft YaHei"/>
                <a:cs typeface="Times New Roman"/>
              </a:rPr>
              <a:t>• Hard Disk:20GB</a:t>
            </a:r>
            <a:endParaRPr lang="en-US" b="1" dirty="0">
              <a:latin typeface="Times New Roman"/>
              <a:ea typeface="Microsoft YaHei"/>
              <a:cs typeface="Times New Roman"/>
            </a:endParaRPr>
          </a:p>
          <a:p>
            <a:pPr algn="just"/>
            <a:r>
              <a:rPr lang="en-US" dirty="0">
                <a:solidFill>
                  <a:srgbClr val="000000"/>
                </a:solidFill>
                <a:latin typeface="Times New Roman"/>
                <a:ea typeface="Microsoft YaHei"/>
                <a:cs typeface="Times New Roman"/>
              </a:rPr>
              <a:t>• Processor: Intel Core i5 and above</a:t>
            </a:r>
            <a:endParaRPr lang="en-US" dirty="0">
              <a:ea typeface="Microsoft YaHei"/>
            </a:endParaRPr>
          </a:p>
          <a:p>
            <a:pPr algn="just"/>
            <a:r>
              <a:rPr lang="en-US" dirty="0">
                <a:solidFill>
                  <a:srgbClr val="000000"/>
                </a:solidFill>
                <a:latin typeface="Times New Roman"/>
                <a:ea typeface="Microsoft YaHei"/>
                <a:cs typeface="Times New Roman"/>
              </a:rPr>
              <a:t>• RAM: 4GB </a:t>
            </a:r>
            <a:endParaRPr lang="en-US" dirty="0">
              <a:ea typeface="Microsoft YaHei"/>
            </a:endParaRPr>
          </a:p>
          <a:p>
            <a:pPr algn="just"/>
            <a:br>
              <a:rPr lang="en-US" dirty="0"/>
            </a:b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solidFill>
                  <a:schemeClr val="tx1"/>
                </a:solidFill>
                <a:latin typeface="Times New Roman" panose="02020603050405020304"/>
                <a:cs typeface="Times New Roman" panose="02020603050405020304"/>
              </a:rPr>
              <a:t>Existing System</a:t>
            </a:r>
            <a:endParaRPr lang="en-US" sz="3600" b="0" dirty="0">
              <a:solidFill>
                <a:schemeClr val="tx1"/>
              </a:solidFill>
              <a:latin typeface="Times New Roman" panose="02020603050405020304"/>
              <a:cs typeface="Times New Roman" panose="02020603050405020304"/>
            </a:endParaRPr>
          </a:p>
          <a:p>
            <a:endParaRPr lang="en-US" dirty="0"/>
          </a:p>
        </p:txBody>
      </p:sp>
      <p:sp>
        <p:nvSpPr>
          <p:cNvPr id="7" name="TextBox 6"/>
          <p:cNvSpPr txBox="1"/>
          <p:nvPr/>
        </p:nvSpPr>
        <p:spPr>
          <a:xfrm>
            <a:off x="578766" y="1756610"/>
            <a:ext cx="10819150" cy="2264081"/>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marL="228600" indent="-228600" algn="just">
              <a:lnSpc>
                <a:spcPct val="150000"/>
              </a:lnSpc>
              <a:buChar char="•"/>
            </a:pPr>
            <a:r>
              <a:rPr lang="en-US" sz="1600" dirty="0">
                <a:latin typeface="Times New Roman" panose="02020603050405020304"/>
                <a:ea typeface="Microsoft YaHei" panose="020B0503020204020204" charset="-122"/>
                <a:cs typeface="Arial" panose="020B0604020202020204"/>
              </a:rPr>
              <a:t>The existing model for fake profile detection likely employs a Random Forest approach.​</a:t>
            </a:r>
            <a:endParaRPr lang="en-US" sz="1600"/>
          </a:p>
          <a:p>
            <a:pPr marL="228600" indent="-228600" algn="just">
              <a:lnSpc>
                <a:spcPct val="150000"/>
              </a:lnSpc>
              <a:buChar char="•"/>
            </a:pPr>
            <a:r>
              <a:rPr lang="en-US" sz="1600" dirty="0">
                <a:latin typeface="Times New Roman" panose="02020603050405020304"/>
                <a:ea typeface="Microsoft YaHei" panose="020B0503020204020204" charset="-122"/>
                <a:cs typeface="Arial" panose="020B0604020202020204"/>
              </a:rPr>
              <a:t>Random forest is a supervised learning algorithm. The “forest” it builds is an ensemble of decision trees, usually trained with the bagging method. The general idea of the bagging method is that a combination of learning models increases the overall result.​</a:t>
            </a:r>
          </a:p>
          <a:p>
            <a:pPr marL="228600" indent="-228600" algn="just">
              <a:lnSpc>
                <a:spcPct val="150000"/>
              </a:lnSpc>
              <a:buChar char="•"/>
            </a:pPr>
            <a:r>
              <a:rPr lang="en-US" sz="1600" dirty="0">
                <a:latin typeface="Times New Roman" panose="02020603050405020304"/>
                <a:ea typeface="Microsoft YaHei" panose="020B0503020204020204" charset="-122"/>
                <a:cs typeface="Arial" panose="020B0604020202020204"/>
              </a:rPr>
              <a:t>While the existing model may incorporate basic machine learning algorithms, it might not leverage more advanced techniques like deep learning or sophisticated natural language processing.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solidFill>
                  <a:schemeClr val="tx1"/>
                </a:solidFill>
                <a:latin typeface="Times New Roman" panose="02020603050405020304"/>
                <a:cs typeface="Times New Roman" panose="02020603050405020304"/>
              </a:rPr>
              <a:t>Drawbacks of Existing System</a:t>
            </a:r>
            <a:endParaRPr lang="en-US" sz="3600" b="0" dirty="0">
              <a:solidFill>
                <a:schemeClr val="tx1"/>
              </a:solidFill>
              <a:latin typeface="Times New Roman" panose="02020603050405020304"/>
              <a:cs typeface="Times New Roman" panose="02020603050405020304"/>
            </a:endParaRPr>
          </a:p>
          <a:p>
            <a:endParaRPr lang="en-US" dirty="0"/>
          </a:p>
        </p:txBody>
      </p:sp>
      <p:sp>
        <p:nvSpPr>
          <p:cNvPr id="6" name="TextBox 5"/>
          <p:cNvSpPr txBox="1"/>
          <p:nvPr/>
        </p:nvSpPr>
        <p:spPr>
          <a:xfrm>
            <a:off x="583367" y="1896980"/>
            <a:ext cx="10834601" cy="1894749"/>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marL="228600" indent="-228600">
              <a:lnSpc>
                <a:spcPct val="150000"/>
              </a:lnSpc>
              <a:buChar char="•"/>
            </a:pPr>
            <a:r>
              <a:rPr lang="en-US" sz="1600" b="1" dirty="0">
                <a:latin typeface="Times New Roman" panose="02020603050405020304"/>
                <a:ea typeface="Microsoft YaHei" panose="020B0503020204020204" charset="-122"/>
                <a:cs typeface="Arial" panose="020B0604020202020204"/>
              </a:rPr>
              <a:t>Interpretability: </a:t>
            </a:r>
            <a:r>
              <a:rPr lang="en-US" sz="1600" dirty="0">
                <a:latin typeface="Times New Roman" panose="02020603050405020304"/>
                <a:ea typeface="Microsoft YaHei" panose="020B0503020204020204" charset="-122"/>
                <a:cs typeface="Arial" panose="020B0604020202020204"/>
              </a:rPr>
              <a:t>Random Forests, being an ensemble of multiple decision trees, can be challenging to interpret compared to a single decision tree.​</a:t>
            </a:r>
            <a:endParaRPr lang="en-US" sz="1600">
              <a:latin typeface="Times New Roman" panose="02020603050405020304"/>
              <a:cs typeface="Times New Roman" panose="02020603050405020304"/>
            </a:endParaRPr>
          </a:p>
          <a:p>
            <a:pPr marL="228600" indent="-228600">
              <a:lnSpc>
                <a:spcPct val="150000"/>
              </a:lnSpc>
              <a:buChar char="•"/>
            </a:pPr>
            <a:r>
              <a:rPr lang="en-US" sz="1600" b="1" dirty="0">
                <a:latin typeface="Times New Roman" panose="02020603050405020304"/>
                <a:ea typeface="Microsoft YaHei" panose="020B0503020204020204" charset="-122"/>
                <a:cs typeface="Arial" panose="020B0604020202020204"/>
              </a:rPr>
              <a:t>Computational Complexity</a:t>
            </a:r>
            <a:r>
              <a:rPr lang="en-US" sz="1600" dirty="0">
                <a:latin typeface="Times New Roman" panose="02020603050405020304"/>
                <a:ea typeface="Microsoft YaHei" panose="020B0503020204020204" charset="-122"/>
                <a:cs typeface="Arial" panose="020B0604020202020204"/>
              </a:rPr>
              <a:t>: Training a large number of decision trees in a Random Forest can be computationally expensive and time-consuming.​</a:t>
            </a:r>
          </a:p>
          <a:p>
            <a:pPr marL="228600" indent="-228600">
              <a:lnSpc>
                <a:spcPct val="150000"/>
              </a:lnSpc>
              <a:buChar char="•"/>
            </a:pPr>
            <a:r>
              <a:rPr lang="en-US" sz="1600" b="1" dirty="0">
                <a:latin typeface="Times New Roman" panose="02020603050405020304"/>
                <a:ea typeface="Microsoft YaHei" panose="020B0503020204020204" charset="-122"/>
                <a:cs typeface="Arial" panose="020B0604020202020204"/>
              </a:rPr>
              <a:t>Handling Noisy Data:</a:t>
            </a:r>
            <a:r>
              <a:rPr lang="en-US" sz="1600" dirty="0">
                <a:latin typeface="Times New Roman" panose="02020603050405020304"/>
                <a:ea typeface="Microsoft YaHei" panose="020B0503020204020204" charset="-122"/>
                <a:cs typeface="Arial" panose="020B0604020202020204"/>
              </a:rPr>
              <a:t> Struggles with outliers or noisy data.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709" y="670738"/>
            <a:ext cx="10889796" cy="1418998"/>
          </a:xfrm>
        </p:spPr>
        <p:txBody>
          <a:bodyPr/>
          <a:lstStyle/>
          <a:p>
            <a:r>
              <a:rPr lang="en-US" sz="3600" b="1" baseline="0" dirty="0">
                <a:solidFill>
                  <a:schemeClr val="tx1"/>
                </a:solidFill>
                <a:latin typeface="Times New Roman" panose="02020603050405020304"/>
              </a:rPr>
              <a:t>Proposed </a:t>
            </a:r>
            <a:r>
              <a:rPr lang="en-US" sz="3600" dirty="0">
                <a:solidFill>
                  <a:schemeClr val="tx1"/>
                </a:solidFill>
                <a:latin typeface="Times New Roman" panose="02020603050405020304"/>
              </a:rPr>
              <a:t>System</a:t>
            </a:r>
            <a:endParaRPr lang="en-US" sz="3600" dirty="0">
              <a:solidFill>
                <a:schemeClr val="tx1"/>
              </a:solidFill>
            </a:endParaRPr>
          </a:p>
        </p:txBody>
      </p:sp>
      <p:sp>
        <p:nvSpPr>
          <p:cNvPr id="8" name="TextBox 7"/>
          <p:cNvSpPr txBox="1"/>
          <p:nvPr/>
        </p:nvSpPr>
        <p:spPr>
          <a:xfrm>
            <a:off x="577703" y="1839234"/>
            <a:ext cx="10873463" cy="1894749"/>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marL="228600" indent="-228600" algn="just">
              <a:lnSpc>
                <a:spcPct val="150000"/>
              </a:lnSpc>
              <a:buChar char="•"/>
            </a:pPr>
            <a:r>
              <a:rPr lang="en-US" sz="1600" dirty="0">
                <a:latin typeface="Times New Roman" panose="02020603050405020304"/>
                <a:ea typeface="Microsoft YaHei"/>
                <a:cs typeface="Arial" panose="020B0604020202020204"/>
              </a:rPr>
              <a:t>The proposed model introduces Machine Learning and Natural Language Processing (NLP) techniques like SVM, KNN, Naive Bayes ,Lemmatization , Stop Word, Stemming.​</a:t>
            </a:r>
            <a:endParaRPr lang="en-US" sz="1600" dirty="0">
              <a:latin typeface="Times New Roman"/>
              <a:ea typeface="Microsoft YaHei"/>
              <a:cs typeface="Times New Roman"/>
            </a:endParaRPr>
          </a:p>
          <a:p>
            <a:pPr marL="228600" indent="-228600" algn="just">
              <a:lnSpc>
                <a:spcPct val="150000"/>
              </a:lnSpc>
              <a:buChar char="•"/>
            </a:pPr>
            <a:r>
              <a:rPr lang="en-US" sz="1600" dirty="0">
                <a:latin typeface="Times New Roman" panose="02020603050405020304"/>
                <a:ea typeface="Microsoft YaHei"/>
                <a:cs typeface="Arial" panose="020B0604020202020204"/>
              </a:rPr>
              <a:t>The aim is to enhance the accuracy rate of fake profile detection in social networks.</a:t>
            </a:r>
          </a:p>
          <a:p>
            <a:pPr marL="228600" indent="-228600" algn="just">
              <a:lnSpc>
                <a:spcPct val="150000"/>
              </a:lnSpc>
              <a:buChar char="•"/>
            </a:pPr>
            <a:r>
              <a:rPr lang="en-US" sz="1600" dirty="0">
                <a:latin typeface="Times New Roman" panose="02020603050405020304"/>
                <a:ea typeface="Microsoft YaHei" panose="020B0503020204020204" charset="-122"/>
                <a:cs typeface="Arial" panose="020B0604020202020204"/>
              </a:rPr>
              <a:t>The proposed model seeks to address the limitations of Random Forest methods and improve the overall effectiveness of fake profile detection.</a:t>
            </a:r>
            <a:r>
              <a:rPr lang="en-IN" sz="1600" dirty="0">
                <a:latin typeface="Times New Roman" panose="02020603050405020304"/>
                <a:ea typeface="Microsoft YaHei" panose="020B0503020204020204" charset="-122"/>
                <a:cs typeface="Arial" panose="020B0604020202020204"/>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solidFill>
                  <a:schemeClr val="tx1"/>
                </a:solidFill>
                <a:latin typeface="Times New Roman" panose="02020603050405020304"/>
                <a:cs typeface="Times New Roman" panose="02020603050405020304"/>
              </a:rPr>
              <a:t>Methodology</a:t>
            </a:r>
          </a:p>
        </p:txBody>
      </p:sp>
      <p:sp>
        <p:nvSpPr>
          <p:cNvPr id="6" name="TextBox 5"/>
          <p:cNvSpPr txBox="1"/>
          <p:nvPr/>
        </p:nvSpPr>
        <p:spPr>
          <a:xfrm>
            <a:off x="580216" y="1854292"/>
            <a:ext cx="10535837" cy="1525418"/>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marL="285750" indent="-285750">
              <a:lnSpc>
                <a:spcPct val="150000"/>
              </a:lnSpc>
              <a:buFont typeface="Arial" panose="020B0604020202020204"/>
              <a:buChar char="•"/>
            </a:pPr>
            <a:r>
              <a:rPr lang="en-US" sz="1600" dirty="0">
                <a:latin typeface="Times New Roman" panose="02020603050405020304"/>
                <a:ea typeface="+mn-lt"/>
                <a:cs typeface="+mn-lt"/>
              </a:rPr>
              <a:t>Data Collection and Preprocessing</a:t>
            </a:r>
            <a:endParaRPr lang="en-US" sz="1600">
              <a:latin typeface="Times New Roman"/>
              <a:cs typeface="Times New Roman"/>
            </a:endParaRPr>
          </a:p>
          <a:p>
            <a:pPr marL="285750" indent="-285750">
              <a:lnSpc>
                <a:spcPct val="150000"/>
              </a:lnSpc>
              <a:buFont typeface="Arial" panose="020B0604020202020204"/>
              <a:buChar char="•"/>
            </a:pPr>
            <a:r>
              <a:rPr lang="en-US" sz="1600" dirty="0">
                <a:latin typeface="Times New Roman" panose="02020603050405020304"/>
                <a:ea typeface="+mn-lt"/>
                <a:cs typeface="+mn-lt"/>
              </a:rPr>
              <a:t>Model training and testing</a:t>
            </a:r>
          </a:p>
          <a:p>
            <a:pPr marL="285750" indent="-285750">
              <a:lnSpc>
                <a:spcPct val="150000"/>
              </a:lnSpc>
              <a:buFont typeface="Arial" panose="020B0604020202020204"/>
              <a:buChar char="•"/>
            </a:pPr>
            <a:r>
              <a:rPr lang="en-US" sz="1600" dirty="0">
                <a:solidFill>
                  <a:srgbClr val="0D0D0D"/>
                </a:solidFill>
                <a:latin typeface="Times New Roman"/>
                <a:ea typeface="+mn-lt"/>
                <a:cs typeface="+mn-lt"/>
              </a:rPr>
              <a:t>Model Evaluation and Persistence</a:t>
            </a:r>
          </a:p>
          <a:p>
            <a:pPr marL="285750" indent="-285750">
              <a:lnSpc>
                <a:spcPct val="150000"/>
              </a:lnSpc>
              <a:buFont typeface="Arial" panose="020B0604020202020204"/>
              <a:buChar char="•"/>
            </a:pPr>
            <a:r>
              <a:rPr lang="en-US" sz="1600" dirty="0">
                <a:solidFill>
                  <a:srgbClr val="0D0D0D"/>
                </a:solidFill>
                <a:latin typeface="Times New Roman"/>
                <a:ea typeface="+mn-lt"/>
                <a:cs typeface="+mn-lt"/>
              </a:rPr>
              <a:t>Streamlit Interface</a:t>
            </a:r>
            <a:endParaRPr lang="en-US" sz="1400" b="1">
              <a:solidFill>
                <a:srgbClr val="0D0D0D"/>
              </a:solidFill>
              <a:latin typeface="Times New Roman"/>
              <a:ea typeface="+mn-lt"/>
              <a:cs typeface="+mn-l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00000"/>
              </a:lnSpc>
              <a:spcBef>
                <a:spcPts val="0"/>
              </a:spcBef>
            </a:pPr>
            <a:r>
              <a:rPr lang="en-US" sz="3600" dirty="0">
                <a:solidFill>
                  <a:srgbClr val="000000"/>
                </a:solidFill>
                <a:latin typeface="Times New Roman" panose="02020603050405020304"/>
                <a:cs typeface="Times New Roman" panose="02020603050405020304"/>
              </a:rPr>
              <a:t>Data Collection and Preprocessing</a:t>
            </a:r>
            <a:endParaRPr lang="en-US" sz="3600">
              <a:solidFill>
                <a:srgbClr val="808080"/>
              </a:solidFill>
              <a:latin typeface="Times New Roman" panose="02020603050405020304"/>
              <a:cs typeface="Times New Roman" panose="02020603050405020304"/>
            </a:endParaRPr>
          </a:p>
          <a:p>
            <a:endParaRPr lang="en-US" dirty="0"/>
          </a:p>
        </p:txBody>
      </p:sp>
      <p:sp>
        <p:nvSpPr>
          <p:cNvPr id="6" name="TextBox 5"/>
          <p:cNvSpPr txBox="1"/>
          <p:nvPr/>
        </p:nvSpPr>
        <p:spPr>
          <a:xfrm>
            <a:off x="580736" y="1942989"/>
            <a:ext cx="10889795" cy="2264081"/>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marL="285750" indent="-285750" algn="just">
              <a:lnSpc>
                <a:spcPct val="150000"/>
              </a:lnSpc>
              <a:buFont typeface="Arial" panose="020B0604020202020204"/>
              <a:buChar char="•"/>
            </a:pPr>
            <a:r>
              <a:rPr lang="en-US" sz="1600" dirty="0">
                <a:latin typeface="Times New Roman" panose="02020603050405020304" pitchFamily="18" charset="0"/>
                <a:ea typeface="+mn-lt"/>
                <a:cs typeface="Times New Roman" panose="02020603050405020304" pitchFamily="18" charset="0"/>
              </a:rPr>
              <a:t>Identify sources of training data, including text and image datasets.</a:t>
            </a:r>
            <a:r>
              <a:rPr lang="en-IN" sz="1600" b="0" i="0" dirty="0">
                <a:solidFill>
                  <a:srgbClr val="0D0D0D"/>
                </a:solidFill>
                <a:effectLst/>
                <a:latin typeface="Times New Roman" panose="02020603050405020304" pitchFamily="18" charset="0"/>
                <a:cs typeface="Times New Roman" panose="02020603050405020304" pitchFamily="18" charset="0"/>
              </a:rPr>
              <a:t> Some common sources are like public datasets,web scraping,government databases and many more. </a:t>
            </a:r>
            <a:r>
              <a:rPr lang="en-US" sz="1600" dirty="0">
                <a:latin typeface="Times New Roman" panose="02020603050405020304" pitchFamily="18" charset="0"/>
                <a:ea typeface="+mn-lt"/>
                <a:cs typeface="Times New Roman" panose="02020603050405020304" pitchFamily="18" charset="0"/>
              </a:rPr>
              <a:t> </a:t>
            </a:r>
            <a:endParaRPr lang="en-US" sz="16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a:buChar char="•"/>
            </a:pPr>
            <a:r>
              <a:rPr lang="en-US" sz="1600" dirty="0">
                <a:latin typeface="Times New Roman" panose="02020603050405020304" pitchFamily="18" charset="0"/>
                <a:ea typeface="+mn-lt"/>
                <a:cs typeface="Times New Roman" panose="02020603050405020304" pitchFamily="18" charset="0"/>
              </a:rPr>
              <a:t>Implement data collection processes to gather diverse and representative samples.</a:t>
            </a:r>
            <a:r>
              <a:rPr lang="en-US" sz="1600" b="0" i="0" dirty="0">
                <a:solidFill>
                  <a:srgbClr val="0D0D0D"/>
                </a:solidFill>
                <a:effectLst/>
                <a:latin typeface="Times New Roman" panose="02020603050405020304" pitchFamily="18" charset="0"/>
                <a:cs typeface="Times New Roman" panose="02020603050405020304" pitchFamily="18" charset="0"/>
              </a:rPr>
              <a:t> Gather information from a wide range of people and places to make sure it represents everyone fairly and accurately. Use different methods like surveys or interviews to collect this information in a respectful and careful way. </a:t>
            </a:r>
            <a:r>
              <a:rPr lang="en-US" sz="1600" dirty="0">
                <a:latin typeface="Times New Roman" panose="02020603050405020304" pitchFamily="18" charset="0"/>
                <a:ea typeface="+mn-lt"/>
                <a:cs typeface="Times New Roman" panose="02020603050405020304" pitchFamily="18" charset="0"/>
              </a:rPr>
              <a:t> </a:t>
            </a:r>
          </a:p>
          <a:p>
            <a:pPr marL="285750" indent="-285750" algn="just">
              <a:lnSpc>
                <a:spcPct val="150000"/>
              </a:lnSpc>
              <a:buFont typeface="Arial" panose="020B0604020202020204"/>
              <a:buChar char="•"/>
            </a:pPr>
            <a:r>
              <a:rPr lang="en-US" sz="1600" dirty="0">
                <a:latin typeface="Times New Roman"/>
                <a:ea typeface="+mn-lt"/>
                <a:cs typeface="Times New Roman"/>
              </a:rPr>
              <a:t>Apply preprocessing steps, such as text tokenization, feature extraction.</a:t>
            </a:r>
            <a:endParaRPr lang="en-US" sz="1600" dirty="0">
              <a:latin typeface="Times New Roman"/>
              <a:cs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Times New Roman" panose="02020603050405020304" pitchFamily="18" charset="0"/>
                <a:cs typeface="Times New Roman" panose="02020603050405020304" pitchFamily="18" charset="0"/>
              </a:rPr>
              <a:t>Dataset Description</a:t>
            </a:r>
            <a:endParaRPr lang="en-IN" sz="3600" dirty="0">
              <a:latin typeface="Times New Roman" panose="02020603050405020304" pitchFamily="18" charset="0"/>
              <a:cs typeface="Times New Roman" panose="02020603050405020304" pitchFamily="18" charset="0"/>
            </a:endParaRPr>
          </a:p>
        </p:txBody>
      </p:sp>
      <p:sp>
        <p:nvSpPr>
          <p:cNvPr id="7" name="Title 1"/>
          <p:cNvSpPr txBox="1"/>
          <p:nvPr/>
        </p:nvSpPr>
        <p:spPr>
          <a:xfrm>
            <a:off x="581709" y="1934253"/>
            <a:ext cx="7939721" cy="1418998"/>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b="1" kern="1200">
                <a:solidFill>
                  <a:schemeClr val="accent6"/>
                </a:solidFill>
                <a:latin typeface="+mj-lt"/>
                <a:ea typeface="+mj-ea"/>
                <a:cs typeface="+mj-cs"/>
              </a:defRPr>
            </a:lvl1pPr>
          </a:lstStyle>
          <a:p>
            <a:pPr algn="just">
              <a:lnSpc>
                <a:spcPct val="150000"/>
              </a:lnSpc>
            </a:pPr>
            <a:r>
              <a:rPr lang="en-US" sz="1600" b="0" i="0" dirty="0">
                <a:solidFill>
                  <a:srgbClr val="0D0D0D"/>
                </a:solidFill>
                <a:effectLst/>
                <a:latin typeface="Times New Roman" panose="02020603050405020304" pitchFamily="18" charset="0"/>
                <a:cs typeface="Times New Roman" panose="02020603050405020304" pitchFamily="18" charset="0"/>
              </a:rPr>
              <a:t>A "fake/genuine profiles dataset" is a collection of information about online accounts on social media or other platforms. It includes details about profiles that are either real (genuine) or fake (created with false information). This dataset helps developers study the characteristics of fake and genuine profiles, understand how they differ, and develop methods to identify and distinguish between them.</a:t>
            </a:r>
            <a:endParaRPr lang="en-IN" sz="1600" dirty="0">
              <a:latin typeface="Times New Roman" panose="02020603050405020304" pitchFamily="18" charset="0"/>
              <a:cs typeface="Times New Roman" panose="02020603050405020304" pitchFamily="18" charset="0"/>
            </a:endParaRPr>
          </a:p>
        </p:txBody>
      </p:sp>
      <p:pic>
        <p:nvPicPr>
          <p:cNvPr id="11" name="Picture 10"/>
          <p:cNvPicPr>
            <a:picLocks noChangeAspect="1"/>
          </p:cNvPicPr>
          <p:nvPr/>
        </p:nvPicPr>
        <p:blipFill>
          <a:blip r:embed="rId2"/>
          <a:stretch>
            <a:fillRect/>
          </a:stretch>
        </p:blipFill>
        <p:spPr>
          <a:xfrm>
            <a:off x="9032451" y="1225686"/>
            <a:ext cx="2912713" cy="2898842"/>
          </a:xfrm>
          <a:prstGeom prst="ellipse">
            <a:avLst/>
          </a:prstGeom>
          <a:ln>
            <a:noFill/>
          </a:ln>
          <a:effectLst>
            <a:softEdge rad="112500"/>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F40DB-0F10-98CC-5B63-8200347E56B9}"/>
              </a:ext>
            </a:extLst>
          </p:cNvPr>
          <p:cNvSpPr>
            <a:spLocks noGrp="1"/>
          </p:cNvSpPr>
          <p:nvPr>
            <p:ph type="title"/>
          </p:nvPr>
        </p:nvSpPr>
        <p:spPr/>
        <p:txBody>
          <a:bodyPr/>
          <a:lstStyle/>
          <a:p>
            <a:r>
              <a:rPr lang="en-US" sz="3600" dirty="0">
                <a:latin typeface="Times New Roman"/>
                <a:cs typeface="Times New Roman"/>
              </a:rPr>
              <a:t>Dataset</a:t>
            </a:r>
          </a:p>
        </p:txBody>
      </p:sp>
      <p:pic>
        <p:nvPicPr>
          <p:cNvPr id="6" name="Picture 5" descr="A screenshot of a computer&#10;&#10;Description automatically generated">
            <a:extLst>
              <a:ext uri="{FF2B5EF4-FFF2-40B4-BE49-F238E27FC236}">
                <a16:creationId xmlns:a16="http://schemas.microsoft.com/office/drawing/2014/main" id="{6A23DB43-8428-6BE4-0B23-6C05CAC9804D}"/>
              </a:ext>
            </a:extLst>
          </p:cNvPr>
          <p:cNvPicPr>
            <a:picLocks noChangeAspect="1"/>
          </p:cNvPicPr>
          <p:nvPr/>
        </p:nvPicPr>
        <p:blipFill>
          <a:blip r:embed="rId2"/>
          <a:stretch>
            <a:fillRect/>
          </a:stretch>
        </p:blipFill>
        <p:spPr>
          <a:xfrm>
            <a:off x="461819" y="2234747"/>
            <a:ext cx="10644908" cy="3312142"/>
          </a:xfrm>
          <a:prstGeom prst="rect">
            <a:avLst/>
          </a:prstGeom>
        </p:spPr>
      </p:pic>
    </p:spTree>
    <p:extLst>
      <p:ext uri="{BB962C8B-B14F-4D97-AF65-F5344CB8AC3E}">
        <p14:creationId xmlns:p14="http://schemas.microsoft.com/office/powerpoint/2010/main" val="40898519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Times New Roman" panose="02020603050405020304"/>
                <a:ea typeface="+mj-lt"/>
                <a:cs typeface="+mj-lt"/>
              </a:rPr>
              <a:t>Model Training and Testing</a:t>
            </a:r>
            <a:endParaRPr lang="en-US" sz="3600" dirty="0">
              <a:latin typeface="Times New Roman" panose="02020603050405020304"/>
            </a:endParaRPr>
          </a:p>
        </p:txBody>
      </p:sp>
      <p:sp>
        <p:nvSpPr>
          <p:cNvPr id="6" name="TextBox 5"/>
          <p:cNvSpPr txBox="1"/>
          <p:nvPr/>
        </p:nvSpPr>
        <p:spPr>
          <a:xfrm>
            <a:off x="582967" y="1883771"/>
            <a:ext cx="6413612" cy="2264081"/>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just">
              <a:lnSpc>
                <a:spcPct val="150000"/>
              </a:lnSpc>
              <a:buFont typeface="Arial" panose="020B0604020202020204"/>
              <a:buChar char="•"/>
            </a:pPr>
            <a:r>
              <a:rPr lang="en-US" sz="1600" dirty="0">
                <a:solidFill>
                  <a:srgbClr val="0D0D0D"/>
                </a:solidFill>
                <a:latin typeface="Times New Roman"/>
                <a:ea typeface="+mn-lt"/>
                <a:cs typeface="+mn-lt"/>
              </a:rPr>
              <a:t>The code trains multiple classifiers including Support Vector Machine (SVM), Naive Bayes, and K-Nearest Neighbors using the preprocessed and transformed features</a:t>
            </a:r>
            <a:r>
              <a:rPr lang="en-US" sz="1600" b="0" i="0" dirty="0">
                <a:solidFill>
                  <a:srgbClr val="0D0D0D"/>
                </a:solidFill>
                <a:effectLst/>
                <a:latin typeface="Times New Roman"/>
                <a:ea typeface="+mn-lt"/>
                <a:cs typeface="+mn-lt"/>
              </a:rPr>
              <a:t>.</a:t>
            </a:r>
            <a:endParaRPr lang="en-US" sz="1600">
              <a:latin typeface="Times New Roman"/>
              <a:ea typeface="+mn-lt"/>
              <a:cs typeface="+mn-lt"/>
            </a:endParaRPr>
          </a:p>
          <a:p>
            <a:pPr algn="just">
              <a:lnSpc>
                <a:spcPct val="150000"/>
              </a:lnSpc>
              <a:buFont typeface="Arial" panose="020B0604020202020204"/>
              <a:buChar char="•"/>
            </a:pPr>
            <a:r>
              <a:rPr lang="en-US" sz="1600" dirty="0">
                <a:solidFill>
                  <a:srgbClr val="0D0D0D"/>
                </a:solidFill>
                <a:latin typeface="Times New Roman"/>
                <a:ea typeface="+mn-lt"/>
                <a:cs typeface="+mn-lt"/>
              </a:rPr>
              <a:t>These classifiers are trained on the training dataset.</a:t>
            </a:r>
            <a:endParaRPr lang="en-US" sz="1600">
              <a:solidFill>
                <a:srgbClr val="0D0D0D"/>
              </a:solidFill>
              <a:latin typeface="Times New Roman"/>
              <a:ea typeface="+mn-lt"/>
              <a:cs typeface="Times New Roman"/>
            </a:endParaRPr>
          </a:p>
          <a:p>
            <a:pPr algn="just">
              <a:lnSpc>
                <a:spcPct val="150000"/>
              </a:lnSpc>
              <a:buFont typeface="Arial" panose="020B0604020202020204"/>
              <a:buChar char="•"/>
            </a:pPr>
            <a:r>
              <a:rPr lang="en-US" sz="1600" dirty="0">
                <a:solidFill>
                  <a:srgbClr val="0D0D0D"/>
                </a:solidFill>
                <a:latin typeface="Times New Roman"/>
                <a:ea typeface="+mn-lt"/>
                <a:cs typeface="+mn-lt"/>
              </a:rPr>
              <a:t>Evaluate the trained models on the testing set to assess their performance using metrics such as accuracy, precision, recall, and F1-score.</a:t>
            </a:r>
            <a:endParaRPr lang="en-US" sz="1600">
              <a:solidFill>
                <a:srgbClr val="0D0D0D"/>
              </a:solidFill>
              <a:latin typeface="Times New Roman"/>
              <a:cs typeface="Times New Roman" panose="02020603050405020304" pitchFamily="18" charset="0"/>
            </a:endParaRPr>
          </a:p>
        </p:txBody>
      </p:sp>
      <p:pic>
        <p:nvPicPr>
          <p:cNvPr id="3" name="Picture 2" descr="Machine Learning: Model Validation - VProexpert">
            <a:extLst>
              <a:ext uri="{FF2B5EF4-FFF2-40B4-BE49-F238E27FC236}">
                <a16:creationId xmlns:a16="http://schemas.microsoft.com/office/drawing/2014/main" id="{CE4D05B2-3511-B2D3-39F5-888A81236449}"/>
              </a:ext>
            </a:extLst>
          </p:cNvPr>
          <p:cNvPicPr>
            <a:picLocks noChangeAspect="1"/>
          </p:cNvPicPr>
          <p:nvPr/>
        </p:nvPicPr>
        <p:blipFill>
          <a:blip r:embed="rId2"/>
          <a:stretch>
            <a:fillRect/>
          </a:stretch>
        </p:blipFill>
        <p:spPr>
          <a:xfrm>
            <a:off x="7294520" y="1578403"/>
            <a:ext cx="4423314" cy="251351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709" y="546484"/>
            <a:ext cx="10889796" cy="1418998"/>
          </a:xfrm>
        </p:spPr>
        <p:txBody>
          <a:bodyPr/>
          <a:lstStyle/>
          <a:p>
            <a:pPr>
              <a:lnSpc>
                <a:spcPct val="150000"/>
              </a:lnSpc>
              <a:spcBef>
                <a:spcPts val="0"/>
              </a:spcBef>
            </a:pPr>
            <a:r>
              <a:rPr lang="en-US" sz="3600" dirty="0">
                <a:solidFill>
                  <a:srgbClr val="000000"/>
                </a:solidFill>
                <a:latin typeface="Times New Roman" panose="02020603050405020304"/>
                <a:cs typeface="Times New Roman" panose="02020603050405020304"/>
              </a:rPr>
              <a:t>Model Evaluation and Persistence</a:t>
            </a:r>
          </a:p>
          <a:p>
            <a:endParaRPr lang="en-US" dirty="0"/>
          </a:p>
        </p:txBody>
      </p:sp>
      <p:sp>
        <p:nvSpPr>
          <p:cNvPr id="6" name="TextBox 5"/>
          <p:cNvSpPr txBox="1"/>
          <p:nvPr/>
        </p:nvSpPr>
        <p:spPr>
          <a:xfrm>
            <a:off x="577131" y="2096409"/>
            <a:ext cx="10040396" cy="1156086"/>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marL="285750" indent="-285750" algn="just">
              <a:lnSpc>
                <a:spcPct val="150000"/>
              </a:lnSpc>
              <a:buFont typeface="Arial" panose="020B0604020202020204"/>
              <a:buChar char="•"/>
            </a:pPr>
            <a:r>
              <a:rPr lang="en-US" sz="1600" dirty="0">
                <a:solidFill>
                  <a:srgbClr val="0D0D0D"/>
                </a:solidFill>
                <a:latin typeface="Times New Roman"/>
                <a:ea typeface="+mn-lt"/>
                <a:cs typeface="+mn-lt"/>
              </a:rPr>
              <a:t>After predicting the labels for the testing set</a:t>
            </a:r>
            <a:r>
              <a:rPr lang="en-US" sz="1600" b="0" i="0" dirty="0">
                <a:solidFill>
                  <a:srgbClr val="0D0D0D"/>
                </a:solidFill>
                <a:effectLst/>
                <a:latin typeface="Times New Roman"/>
                <a:ea typeface="+mn-lt"/>
                <a:cs typeface="+mn-lt"/>
              </a:rPr>
              <a:t>, </a:t>
            </a:r>
            <a:r>
              <a:rPr lang="en-US" sz="1600" dirty="0">
                <a:solidFill>
                  <a:srgbClr val="0D0D0D"/>
                </a:solidFill>
                <a:latin typeface="Times New Roman"/>
                <a:ea typeface="+mn-lt"/>
                <a:cs typeface="+mn-lt"/>
              </a:rPr>
              <a:t>calculate </a:t>
            </a:r>
            <a:r>
              <a:rPr lang="en-US" sz="1600" b="0" i="0" dirty="0">
                <a:solidFill>
                  <a:srgbClr val="0D0D0D"/>
                </a:solidFill>
                <a:effectLst/>
                <a:latin typeface="Times New Roman"/>
                <a:ea typeface="+mn-lt"/>
                <a:cs typeface="+mn-lt"/>
              </a:rPr>
              <a:t>and </a:t>
            </a:r>
            <a:r>
              <a:rPr lang="en-US" sz="1600" dirty="0">
                <a:solidFill>
                  <a:srgbClr val="0D0D0D"/>
                </a:solidFill>
                <a:latin typeface="Times New Roman"/>
                <a:ea typeface="+mn-lt"/>
                <a:cs typeface="+mn-lt"/>
              </a:rPr>
              <a:t>print out evaluation metrics to assess the models' performance.</a:t>
            </a:r>
          </a:p>
          <a:p>
            <a:pPr marL="285750" indent="-285750" algn="just">
              <a:lnSpc>
                <a:spcPct val="150000"/>
              </a:lnSpc>
              <a:buFont typeface="Arial" panose="020B0604020202020204"/>
              <a:buChar char="•"/>
            </a:pPr>
            <a:r>
              <a:rPr lang="en-US" sz="1600" dirty="0">
                <a:solidFill>
                  <a:srgbClr val="0D0D0D"/>
                </a:solidFill>
                <a:latin typeface="Times New Roman"/>
                <a:ea typeface="+mn-lt"/>
                <a:cs typeface="+mn-lt"/>
              </a:rPr>
              <a:t>Trained models (vectorizer, SVM, Naive Bayes, KNN, and PCA) are saved using </a:t>
            </a:r>
            <a:r>
              <a:rPr lang="en-US" sz="1600" dirty="0" err="1">
                <a:solidFill>
                  <a:srgbClr val="0D0D0D"/>
                </a:solidFill>
                <a:latin typeface="Times New Roman"/>
                <a:ea typeface="+mn-lt"/>
                <a:cs typeface="+mn-lt"/>
              </a:rPr>
              <a:t>joblib</a:t>
            </a:r>
            <a:r>
              <a:rPr lang="en-US" sz="1600" dirty="0">
                <a:solidFill>
                  <a:srgbClr val="0D0D0D"/>
                </a:solidFill>
                <a:latin typeface="Times New Roman"/>
                <a:ea typeface="+mn-lt"/>
                <a:cs typeface="+mn-lt"/>
              </a:rPr>
              <a:t> for future use.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3790" y="525889"/>
            <a:ext cx="10889796" cy="1418998"/>
          </a:xfrm>
        </p:spPr>
        <p:txBody>
          <a:bodyPr/>
          <a:lstStyle/>
          <a:p>
            <a:pPr>
              <a:lnSpc>
                <a:spcPct val="150000"/>
              </a:lnSpc>
              <a:spcBef>
                <a:spcPts val="0"/>
              </a:spcBef>
            </a:pPr>
            <a:r>
              <a:rPr lang="en-US" sz="3600" dirty="0">
                <a:solidFill>
                  <a:srgbClr val="000000"/>
                </a:solidFill>
                <a:latin typeface="Times New Roman" panose="02020603050405020304"/>
                <a:cs typeface="Times New Roman" panose="02020603050405020304"/>
              </a:rPr>
              <a:t>Streamlit Interface</a:t>
            </a:r>
          </a:p>
          <a:p>
            <a:endParaRPr lang="en-US" dirty="0"/>
          </a:p>
        </p:txBody>
      </p:sp>
      <p:sp>
        <p:nvSpPr>
          <p:cNvPr id="6" name="TextBox 5"/>
          <p:cNvSpPr txBox="1"/>
          <p:nvPr/>
        </p:nvSpPr>
        <p:spPr>
          <a:xfrm>
            <a:off x="580736" y="2054550"/>
            <a:ext cx="7016566" cy="2633413"/>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just">
              <a:lnSpc>
                <a:spcPct val="150000"/>
              </a:lnSpc>
              <a:buFont typeface="Arial" panose="020B0604020202020204"/>
              <a:buChar char="•"/>
            </a:pPr>
            <a:r>
              <a:rPr lang="en-US" sz="1600" dirty="0">
                <a:solidFill>
                  <a:srgbClr val="0D0D0D"/>
                </a:solidFill>
                <a:latin typeface="Times New Roman"/>
                <a:ea typeface="+mn-lt"/>
                <a:cs typeface="+mn-lt"/>
              </a:rPr>
              <a:t>The Streamlit application interface allows users to input profile details including name, followers count, friends count, location, and profile description.</a:t>
            </a:r>
            <a:endParaRPr lang="en-US"/>
          </a:p>
          <a:p>
            <a:pPr algn="just">
              <a:lnSpc>
                <a:spcPct val="150000"/>
              </a:lnSpc>
              <a:buFont typeface="Arial" panose="020B0604020202020204"/>
              <a:buChar char="•"/>
            </a:pPr>
            <a:r>
              <a:rPr lang="en-US" sz="1600" dirty="0">
                <a:solidFill>
                  <a:srgbClr val="0D0D0D"/>
                </a:solidFill>
                <a:latin typeface="Times New Roman"/>
                <a:ea typeface="+mn-lt"/>
                <a:cs typeface="+mn-lt"/>
              </a:rPr>
              <a:t>Upon clicking the "Predict" button, the entered details are preprocessed, vectorized, and passed through the trained SVM classifier for prediction.</a:t>
            </a:r>
          </a:p>
          <a:p>
            <a:pPr algn="just">
              <a:lnSpc>
                <a:spcPct val="150000"/>
              </a:lnSpc>
              <a:buFont typeface="Arial" panose="020B0604020202020204"/>
              <a:buChar char="•"/>
            </a:pPr>
            <a:r>
              <a:rPr lang="en-US" sz="1600" dirty="0">
                <a:solidFill>
                  <a:srgbClr val="0D0D0D"/>
                </a:solidFill>
                <a:latin typeface="Times New Roman"/>
                <a:ea typeface="+mn-lt"/>
                <a:cs typeface="+mn-lt"/>
              </a:rPr>
              <a:t>The predicted result (whether the profile is fake or genuine) is displayed to the user.</a:t>
            </a:r>
          </a:p>
          <a:p>
            <a:pPr marL="285750" indent="-285750" algn="just">
              <a:lnSpc>
                <a:spcPct val="150000"/>
              </a:lnSpc>
              <a:buFont typeface="Arial" panose="020B0604020202020204"/>
              <a:buChar char="•"/>
            </a:pPr>
            <a:endParaRPr lang="en-US" sz="1600" dirty="0">
              <a:latin typeface="Times New Roman" panose="02020603050405020304"/>
              <a:cs typeface="Times New Roman" panose="02020603050405020304"/>
            </a:endParaRPr>
          </a:p>
        </p:txBody>
      </p:sp>
      <p:pic>
        <p:nvPicPr>
          <p:cNvPr id="3" name="Picture 2" descr="Streamlit Branding, logo design, visual identity by Ramotion on Dribbble">
            <a:extLst>
              <a:ext uri="{FF2B5EF4-FFF2-40B4-BE49-F238E27FC236}">
                <a16:creationId xmlns:a16="http://schemas.microsoft.com/office/drawing/2014/main" id="{A3F6BB03-C0DC-EAD5-F693-7E3A959A7E7F}"/>
              </a:ext>
            </a:extLst>
          </p:cNvPr>
          <p:cNvPicPr>
            <a:picLocks noChangeAspect="1"/>
          </p:cNvPicPr>
          <p:nvPr/>
        </p:nvPicPr>
        <p:blipFill>
          <a:blip r:embed="rId2"/>
          <a:stretch>
            <a:fillRect/>
          </a:stretch>
        </p:blipFill>
        <p:spPr>
          <a:xfrm>
            <a:off x="7685559" y="1292882"/>
            <a:ext cx="3967017" cy="300123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Times New Roman" panose="02020603050405020304"/>
                <a:cs typeface="Times New Roman" panose="02020603050405020304"/>
              </a:rPr>
              <a:t>Design Architecture</a:t>
            </a:r>
          </a:p>
        </p:txBody>
      </p:sp>
      <p:pic>
        <p:nvPicPr>
          <p:cNvPr id="3" name="Picture 2" descr="A diagram of a software process&#10;&#10;Description automatically generated">
            <a:extLst>
              <a:ext uri="{FF2B5EF4-FFF2-40B4-BE49-F238E27FC236}">
                <a16:creationId xmlns:a16="http://schemas.microsoft.com/office/drawing/2014/main" id="{BF45D807-6B67-250B-E2EC-F93394ED3E28}"/>
              </a:ext>
            </a:extLst>
          </p:cNvPr>
          <p:cNvPicPr>
            <a:picLocks noChangeAspect="1"/>
          </p:cNvPicPr>
          <p:nvPr/>
        </p:nvPicPr>
        <p:blipFill>
          <a:blip r:embed="rId2"/>
          <a:stretch>
            <a:fillRect/>
          </a:stretch>
        </p:blipFill>
        <p:spPr>
          <a:xfrm>
            <a:off x="3422579" y="1487055"/>
            <a:ext cx="5233395" cy="5061527"/>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6CF13-0869-913F-438A-C8507761E2CA}"/>
              </a:ext>
            </a:extLst>
          </p:cNvPr>
          <p:cNvSpPr>
            <a:spLocks noGrp="1"/>
          </p:cNvSpPr>
          <p:nvPr>
            <p:ph type="title"/>
          </p:nvPr>
        </p:nvSpPr>
        <p:spPr/>
        <p:txBody>
          <a:bodyPr/>
          <a:lstStyle/>
          <a:p>
            <a:r>
              <a:rPr lang="en-US" sz="3600" dirty="0">
                <a:latin typeface="Times New Roman"/>
                <a:cs typeface="Times New Roman"/>
              </a:rPr>
              <a:t>Algorithms</a:t>
            </a:r>
          </a:p>
        </p:txBody>
      </p:sp>
      <p:sp>
        <p:nvSpPr>
          <p:cNvPr id="6" name="TextBox 5">
            <a:extLst>
              <a:ext uri="{FF2B5EF4-FFF2-40B4-BE49-F238E27FC236}">
                <a16:creationId xmlns:a16="http://schemas.microsoft.com/office/drawing/2014/main" id="{5985E590-4B08-741D-137B-B03B5AF5D2A4}"/>
              </a:ext>
            </a:extLst>
          </p:cNvPr>
          <p:cNvSpPr txBox="1"/>
          <p:nvPr/>
        </p:nvSpPr>
        <p:spPr>
          <a:xfrm>
            <a:off x="800832" y="1891622"/>
            <a:ext cx="5637284" cy="35567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000" b="1" dirty="0">
                <a:solidFill>
                  <a:schemeClr val="tx1">
                    <a:lumMod val="95000"/>
                    <a:lumOff val="5000"/>
                  </a:schemeClr>
                </a:solidFill>
                <a:latin typeface="Times New Roman"/>
                <a:ea typeface="+mn-lt"/>
                <a:cs typeface="+mn-lt"/>
              </a:rPr>
              <a:t>Support Vector Machine (SVM)</a:t>
            </a:r>
            <a:endParaRPr lang="en-US" sz="2000" b="1">
              <a:solidFill>
                <a:schemeClr val="tx1">
                  <a:lumMod val="95000"/>
                  <a:lumOff val="5000"/>
                </a:schemeClr>
              </a:solidFill>
              <a:latin typeface="Times New Roman"/>
              <a:ea typeface="+mn-lt"/>
              <a:cs typeface="+mn-lt"/>
            </a:endParaRPr>
          </a:p>
          <a:p>
            <a:pPr algn="just"/>
            <a:endParaRPr lang="en-US" sz="1600" b="1" dirty="0">
              <a:solidFill>
                <a:schemeClr val="tx1">
                  <a:lumMod val="95000"/>
                  <a:lumOff val="5000"/>
                </a:schemeClr>
              </a:solidFill>
              <a:latin typeface="Times New Roman"/>
              <a:ea typeface="+mn-lt"/>
              <a:cs typeface="+mn-lt"/>
            </a:endParaRPr>
          </a:p>
          <a:p>
            <a:pPr algn="just">
              <a:lnSpc>
                <a:spcPct val="150000"/>
              </a:lnSpc>
            </a:pPr>
            <a:r>
              <a:rPr lang="en-US" sz="1600" dirty="0">
                <a:solidFill>
                  <a:schemeClr val="tx1">
                    <a:lumMod val="95000"/>
                    <a:lumOff val="5000"/>
                  </a:schemeClr>
                </a:solidFill>
                <a:latin typeface="Times New Roman"/>
                <a:ea typeface="+mn-lt"/>
                <a:cs typeface="+mn-lt"/>
              </a:rPr>
              <a:t>SVM is a supervised learning algorithm used for classification tasks. It aims to find the hyperplane that best separates different classes in the feature space. In this code, a linear SVM classifier (SVC) is employed for binary classification of fake and genuine profiles.</a:t>
            </a:r>
            <a:endParaRPr lang="en-US" sz="1600">
              <a:solidFill>
                <a:schemeClr val="tx1">
                  <a:lumMod val="95000"/>
                  <a:lumOff val="5000"/>
                </a:schemeClr>
              </a:solidFill>
              <a:latin typeface="Times New Roman"/>
              <a:cs typeface="Times New Roman"/>
            </a:endParaRPr>
          </a:p>
          <a:p>
            <a:pPr algn="just">
              <a:lnSpc>
                <a:spcPct val="150000"/>
              </a:lnSpc>
            </a:pPr>
            <a:r>
              <a:rPr lang="en-US" sz="1600" dirty="0">
                <a:solidFill>
                  <a:schemeClr val="tx1">
                    <a:lumMod val="95000"/>
                    <a:lumOff val="5000"/>
                  </a:schemeClr>
                </a:solidFill>
                <a:latin typeface="Times New Roman"/>
                <a:ea typeface="+mn-lt"/>
                <a:cs typeface="+mn-lt"/>
              </a:rPr>
              <a:t>Usage: SVM is particularly effective when the number of features is relatively high compared to the number of samples.</a:t>
            </a:r>
            <a:endParaRPr lang="en-US" sz="1600">
              <a:solidFill>
                <a:schemeClr val="tx1">
                  <a:lumMod val="95000"/>
                  <a:lumOff val="5000"/>
                </a:schemeClr>
              </a:solidFill>
              <a:latin typeface="Times New Roman"/>
              <a:cs typeface="Times New Roman"/>
            </a:endParaRPr>
          </a:p>
          <a:p>
            <a:pPr algn="just">
              <a:lnSpc>
                <a:spcPct val="150000"/>
              </a:lnSpc>
            </a:pPr>
            <a:endParaRPr lang="en-US" sz="1600" dirty="0">
              <a:solidFill>
                <a:schemeClr val="tx1">
                  <a:lumMod val="95000"/>
                  <a:lumOff val="5000"/>
                </a:schemeClr>
              </a:solidFill>
              <a:latin typeface="Times New Roman"/>
              <a:cs typeface="Times New Roman"/>
            </a:endParaRPr>
          </a:p>
        </p:txBody>
      </p:sp>
      <p:pic>
        <p:nvPicPr>
          <p:cNvPr id="7" name="Picture 6" descr="Introduction To SVM - Support Vector Machine Algorithm in Machine Learning">
            <a:extLst>
              <a:ext uri="{FF2B5EF4-FFF2-40B4-BE49-F238E27FC236}">
                <a16:creationId xmlns:a16="http://schemas.microsoft.com/office/drawing/2014/main" id="{478E591F-7241-6531-88FF-09D3C81C153C}"/>
              </a:ext>
            </a:extLst>
          </p:cNvPr>
          <p:cNvPicPr>
            <a:picLocks noChangeAspect="1"/>
          </p:cNvPicPr>
          <p:nvPr/>
        </p:nvPicPr>
        <p:blipFill>
          <a:blip r:embed="rId2"/>
          <a:stretch>
            <a:fillRect/>
          </a:stretch>
        </p:blipFill>
        <p:spPr>
          <a:xfrm>
            <a:off x="7001365" y="1631122"/>
            <a:ext cx="4613563" cy="3075708"/>
          </a:xfrm>
          <a:prstGeom prst="rect">
            <a:avLst/>
          </a:prstGeom>
        </p:spPr>
      </p:pic>
    </p:spTree>
    <p:extLst>
      <p:ext uri="{BB962C8B-B14F-4D97-AF65-F5344CB8AC3E}">
        <p14:creationId xmlns:p14="http://schemas.microsoft.com/office/powerpoint/2010/main" val="23862137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A4DF4D1-772B-98D2-15E6-63B8019D0D77}"/>
              </a:ext>
            </a:extLst>
          </p:cNvPr>
          <p:cNvSpPr txBox="1"/>
          <p:nvPr/>
        </p:nvSpPr>
        <p:spPr>
          <a:xfrm>
            <a:off x="807799" y="952049"/>
            <a:ext cx="10328162" cy="30162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lnSpc>
                <a:spcPct val="150000"/>
              </a:lnSpc>
            </a:pPr>
            <a:r>
              <a:rPr lang="en-US" sz="2000" b="1" dirty="0">
                <a:solidFill>
                  <a:schemeClr val="tx1">
                    <a:lumMod val="95000"/>
                    <a:lumOff val="5000"/>
                  </a:schemeClr>
                </a:solidFill>
                <a:latin typeface="Times New Roman"/>
                <a:ea typeface="+mn-lt"/>
                <a:cs typeface="+mn-lt"/>
              </a:rPr>
              <a:t>Naive Bayes</a:t>
            </a:r>
            <a:endParaRPr lang="en-US" sz="2000" b="1">
              <a:solidFill>
                <a:schemeClr val="tx1">
                  <a:lumMod val="95000"/>
                  <a:lumOff val="5000"/>
                </a:schemeClr>
              </a:solidFill>
              <a:latin typeface="Times New Roman"/>
              <a:ea typeface="+mn-lt"/>
              <a:cs typeface="+mn-lt"/>
            </a:endParaRPr>
          </a:p>
          <a:p>
            <a:pPr algn="just">
              <a:lnSpc>
                <a:spcPct val="150000"/>
              </a:lnSpc>
            </a:pPr>
            <a:r>
              <a:rPr lang="en-US" sz="1600" dirty="0">
                <a:solidFill>
                  <a:schemeClr val="tx1">
                    <a:lumMod val="95000"/>
                    <a:lumOff val="5000"/>
                  </a:schemeClr>
                </a:solidFill>
                <a:latin typeface="Times New Roman"/>
                <a:ea typeface="+mn-lt"/>
                <a:cs typeface="+mn-lt"/>
              </a:rPr>
              <a:t>Naive Bayes is a probabilistic classifier based on Bayes' theorem with the assumption of feature independence. Despite its simplicity, it often performs well in text classification and other tasks where the independence assumption holds reasonably well.</a:t>
            </a:r>
            <a:endParaRPr lang="en-US" sz="1600">
              <a:solidFill>
                <a:schemeClr val="tx1">
                  <a:lumMod val="95000"/>
                  <a:lumOff val="5000"/>
                </a:schemeClr>
              </a:solidFill>
              <a:latin typeface="Times New Roman"/>
              <a:cs typeface="Times New Roman"/>
            </a:endParaRPr>
          </a:p>
          <a:p>
            <a:pPr algn="just">
              <a:lnSpc>
                <a:spcPct val="150000"/>
              </a:lnSpc>
            </a:pPr>
            <a:r>
              <a:rPr lang="en-US" sz="1600" dirty="0">
                <a:solidFill>
                  <a:schemeClr val="tx1">
                    <a:lumMod val="95000"/>
                    <a:lumOff val="5000"/>
                  </a:schemeClr>
                </a:solidFill>
                <a:latin typeface="Times New Roman"/>
                <a:ea typeface="+mn-lt"/>
                <a:cs typeface="+mn-lt"/>
              </a:rPr>
              <a:t>Usage: In the code, the Multinomial Naive Bayes classifier (MultinomialNB) is utilized for text classification based on preprocessed profile descriptions.</a:t>
            </a:r>
            <a:endParaRPr lang="en-US" sz="1600" dirty="0">
              <a:solidFill>
                <a:schemeClr val="tx1">
                  <a:lumMod val="95000"/>
                  <a:lumOff val="5000"/>
                </a:schemeClr>
              </a:solidFill>
              <a:latin typeface="Times New Roman"/>
              <a:cs typeface="Times New Roman"/>
            </a:endParaRPr>
          </a:p>
          <a:p>
            <a:pPr algn="just">
              <a:lnSpc>
                <a:spcPct val="150000"/>
              </a:lnSpc>
            </a:pPr>
            <a:endParaRPr lang="en-US" sz="1600" dirty="0">
              <a:solidFill>
                <a:schemeClr val="tx1">
                  <a:lumMod val="95000"/>
                  <a:lumOff val="5000"/>
                </a:schemeClr>
              </a:solidFill>
              <a:latin typeface="Times New Roman"/>
              <a:cs typeface="Times New Roman"/>
            </a:endParaRPr>
          </a:p>
          <a:p>
            <a:pPr algn="just"/>
            <a:endParaRPr lang="en-US" sz="1600" b="1" dirty="0">
              <a:solidFill>
                <a:schemeClr val="tx1">
                  <a:lumMod val="95000"/>
                  <a:lumOff val="5000"/>
                </a:schemeClr>
              </a:solidFill>
              <a:latin typeface="Times New Roman"/>
              <a:cs typeface="Times New Roman"/>
            </a:endParaRPr>
          </a:p>
        </p:txBody>
      </p:sp>
    </p:spTree>
    <p:extLst>
      <p:ext uri="{BB962C8B-B14F-4D97-AF65-F5344CB8AC3E}">
        <p14:creationId xmlns:p14="http://schemas.microsoft.com/office/powerpoint/2010/main" val="39764323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EB4D561-CF7F-0E8E-A31E-DA8FB358B200}"/>
              </a:ext>
            </a:extLst>
          </p:cNvPr>
          <p:cNvSpPr txBox="1"/>
          <p:nvPr/>
        </p:nvSpPr>
        <p:spPr>
          <a:xfrm>
            <a:off x="897485" y="1090789"/>
            <a:ext cx="10107066" cy="32851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chemeClr val="tx1">
                    <a:lumMod val="95000"/>
                    <a:lumOff val="5000"/>
                  </a:schemeClr>
                </a:solidFill>
                <a:latin typeface="Times New Roman"/>
                <a:ea typeface="+mn-lt"/>
                <a:cs typeface="+mn-lt"/>
              </a:rPr>
              <a:t>K-Nearest Neighbors (KNN)</a:t>
            </a:r>
          </a:p>
          <a:p>
            <a:pPr algn="just">
              <a:lnSpc>
                <a:spcPct val="150000"/>
              </a:lnSpc>
            </a:pPr>
            <a:r>
              <a:rPr lang="en-US" sz="1600" dirty="0">
                <a:solidFill>
                  <a:schemeClr val="tx1">
                    <a:lumMod val="95000"/>
                    <a:lumOff val="5000"/>
                  </a:schemeClr>
                </a:solidFill>
                <a:latin typeface="Times New Roman"/>
                <a:ea typeface="+mn-lt"/>
                <a:cs typeface="+mn-lt"/>
              </a:rPr>
              <a:t>KNN is a simple, instance-based learning algorithm used for classification and regression tasks. It classifies data points based on the majority class among their k nearest neighbors.</a:t>
            </a:r>
            <a:endParaRPr lang="en-US" sz="1600" dirty="0">
              <a:solidFill>
                <a:schemeClr val="tx1">
                  <a:lumMod val="95000"/>
                  <a:lumOff val="5000"/>
                </a:schemeClr>
              </a:solidFill>
              <a:latin typeface="Times New Roman"/>
              <a:cs typeface="Times New Roman"/>
            </a:endParaRPr>
          </a:p>
          <a:p>
            <a:pPr algn="just">
              <a:lnSpc>
                <a:spcPct val="150000"/>
              </a:lnSpc>
            </a:pPr>
            <a:r>
              <a:rPr lang="en-US" sz="1600" dirty="0">
                <a:solidFill>
                  <a:schemeClr val="tx1">
                    <a:lumMod val="95000"/>
                    <a:lumOff val="5000"/>
                  </a:schemeClr>
                </a:solidFill>
                <a:latin typeface="Times New Roman"/>
                <a:ea typeface="+mn-lt"/>
                <a:cs typeface="+mn-lt"/>
              </a:rPr>
              <a:t>Usage: In the code, the K-Nearest Neighbors Classifier (KNeighborsClassifier) is used for classification. KNN is suitable for small to medium-sized datasets and can work well with non-linear data.</a:t>
            </a:r>
            <a:endParaRPr lang="en-US" sz="1600">
              <a:solidFill>
                <a:schemeClr val="tx1">
                  <a:lumMod val="95000"/>
                  <a:lumOff val="5000"/>
                </a:schemeClr>
              </a:solidFill>
              <a:latin typeface="Times New Roman"/>
              <a:cs typeface="Times New Roman"/>
            </a:endParaRPr>
          </a:p>
          <a:p>
            <a:pPr algn="just">
              <a:lnSpc>
                <a:spcPct val="150000"/>
              </a:lnSpc>
            </a:pPr>
            <a:endParaRPr lang="en-US" sz="1600" b="1" dirty="0">
              <a:solidFill>
                <a:schemeClr val="tx1">
                  <a:lumMod val="95000"/>
                  <a:lumOff val="5000"/>
                </a:schemeClr>
              </a:solidFill>
              <a:latin typeface="Times New Roman"/>
              <a:cs typeface="Times New Roman"/>
            </a:endParaRPr>
          </a:p>
          <a:p>
            <a:pPr algn="just">
              <a:lnSpc>
                <a:spcPct val="150000"/>
              </a:lnSpc>
            </a:pPr>
            <a:r>
              <a:rPr lang="en-US" sz="1600" dirty="0">
                <a:solidFill>
                  <a:schemeClr val="tx1">
                    <a:lumMod val="95000"/>
                    <a:lumOff val="5000"/>
                  </a:schemeClr>
                </a:solidFill>
                <a:latin typeface="Times New Roman"/>
                <a:ea typeface="+mn-lt"/>
                <a:cs typeface="+mn-lt"/>
              </a:rPr>
              <a:t>Each algorithm in the code serves the purpose of classifying profiles into fake or genuine categories based on various features extracted from the profile descriptions and associated attributes. The choice of algorithms allows for exploring different approaches and comparing their performance in profile identification.</a:t>
            </a:r>
            <a:endParaRPr lang="en-US" sz="1600">
              <a:solidFill>
                <a:schemeClr val="tx1">
                  <a:lumMod val="95000"/>
                  <a:lumOff val="5000"/>
                </a:schemeClr>
              </a:solidFill>
              <a:latin typeface="Times New Roman"/>
              <a:cs typeface="Times New Roman"/>
            </a:endParaRPr>
          </a:p>
        </p:txBody>
      </p:sp>
    </p:spTree>
    <p:extLst>
      <p:ext uri="{BB962C8B-B14F-4D97-AF65-F5344CB8AC3E}">
        <p14:creationId xmlns:p14="http://schemas.microsoft.com/office/powerpoint/2010/main" val="34799803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6ECE8-1611-23BA-0633-5E6C20B49FEA}"/>
              </a:ext>
            </a:extLst>
          </p:cNvPr>
          <p:cNvSpPr>
            <a:spLocks noGrp="1"/>
          </p:cNvSpPr>
          <p:nvPr>
            <p:ph type="title"/>
          </p:nvPr>
        </p:nvSpPr>
        <p:spPr>
          <a:xfrm>
            <a:off x="665133" y="738989"/>
            <a:ext cx="10515600" cy="1115434"/>
          </a:xfrm>
        </p:spPr>
        <p:txBody>
          <a:bodyPr/>
          <a:lstStyle/>
          <a:p>
            <a:r>
              <a:rPr lang="en-US" sz="3600" dirty="0">
                <a:latin typeface="Times New Roman"/>
                <a:cs typeface="Times New Roman"/>
              </a:rPr>
              <a:t>Implementation</a:t>
            </a:r>
            <a:endParaRPr lang="en-US" sz="3600" b="0" dirty="0">
              <a:solidFill>
                <a:srgbClr val="000000"/>
              </a:solidFill>
              <a:latin typeface="Times New Roman"/>
              <a:cs typeface="Times New Roman"/>
            </a:endParaRPr>
          </a:p>
          <a:p>
            <a:endParaRPr lang="en-US" sz="3600" dirty="0">
              <a:latin typeface="Times New Roman"/>
              <a:cs typeface="Times New Roman"/>
            </a:endParaRPr>
          </a:p>
        </p:txBody>
      </p:sp>
      <p:sp>
        <p:nvSpPr>
          <p:cNvPr id="3" name="TextBox 2">
            <a:extLst>
              <a:ext uri="{FF2B5EF4-FFF2-40B4-BE49-F238E27FC236}">
                <a16:creationId xmlns:a16="http://schemas.microsoft.com/office/drawing/2014/main" id="{67887828-A804-C449-1E15-F341466345AE}"/>
              </a:ext>
            </a:extLst>
          </p:cNvPr>
          <p:cNvSpPr txBox="1"/>
          <p:nvPr/>
        </p:nvSpPr>
        <p:spPr>
          <a:xfrm>
            <a:off x="797071" y="1714890"/>
            <a:ext cx="10251692" cy="48628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lnSpc>
                <a:spcPct val="150000"/>
              </a:lnSpc>
            </a:pPr>
            <a:r>
              <a:rPr lang="en-US" b="1" dirty="0">
                <a:solidFill>
                  <a:schemeClr val="tx1">
                    <a:lumMod val="95000"/>
                    <a:lumOff val="5000"/>
                  </a:schemeClr>
                </a:solidFill>
                <a:latin typeface="Times New Roman"/>
                <a:ea typeface="+mn-lt"/>
                <a:cs typeface="+mn-lt"/>
              </a:rPr>
              <a:t>Importing Libraries:</a:t>
            </a:r>
            <a:endParaRPr lang="en-US" dirty="0">
              <a:solidFill>
                <a:schemeClr val="tx1">
                  <a:lumMod val="95000"/>
                  <a:lumOff val="5000"/>
                </a:schemeClr>
              </a:solidFill>
              <a:latin typeface="Times New Roman"/>
              <a:ea typeface="+mn-lt"/>
              <a:cs typeface="Times New Roman"/>
            </a:endParaRPr>
          </a:p>
          <a:p>
            <a:pPr algn="just">
              <a:lnSpc>
                <a:spcPct val="150000"/>
              </a:lnSpc>
            </a:pPr>
            <a:r>
              <a:rPr lang="en-US" sz="1600" dirty="0">
                <a:solidFill>
                  <a:schemeClr val="tx1">
                    <a:lumMod val="95000"/>
                    <a:lumOff val="5000"/>
                  </a:schemeClr>
                </a:solidFill>
                <a:latin typeface="Times New Roman"/>
                <a:ea typeface="+mn-lt"/>
                <a:cs typeface="+mn-lt"/>
              </a:rPr>
              <a:t>The necessary libraries are imported at the beginning, including pandas for data manipulation, </a:t>
            </a:r>
            <a:r>
              <a:rPr lang="en-US" sz="1600" err="1">
                <a:solidFill>
                  <a:schemeClr val="tx1">
                    <a:lumMod val="95000"/>
                    <a:lumOff val="5000"/>
                  </a:schemeClr>
                </a:solidFill>
                <a:latin typeface="Times New Roman"/>
                <a:ea typeface="+mn-lt"/>
                <a:cs typeface="+mn-lt"/>
              </a:rPr>
              <a:t>Streamlit</a:t>
            </a:r>
            <a:r>
              <a:rPr lang="en-US" sz="1600" dirty="0">
                <a:solidFill>
                  <a:schemeClr val="tx1">
                    <a:lumMod val="95000"/>
                    <a:lumOff val="5000"/>
                  </a:schemeClr>
                </a:solidFill>
                <a:latin typeface="Times New Roman"/>
                <a:ea typeface="+mn-lt"/>
                <a:cs typeface="+mn-lt"/>
              </a:rPr>
              <a:t> for building the web application, scikit-learn for machine learning tasks, NLTK for natural language processing, and </a:t>
            </a:r>
            <a:r>
              <a:rPr lang="en-US" sz="1600" err="1">
                <a:solidFill>
                  <a:schemeClr val="tx1">
                    <a:lumMod val="95000"/>
                    <a:lumOff val="5000"/>
                  </a:schemeClr>
                </a:solidFill>
                <a:latin typeface="Times New Roman"/>
                <a:ea typeface="+mn-lt"/>
                <a:cs typeface="+mn-lt"/>
              </a:rPr>
              <a:t>joblib</a:t>
            </a:r>
            <a:r>
              <a:rPr lang="en-US" sz="1600" dirty="0">
                <a:solidFill>
                  <a:schemeClr val="tx1">
                    <a:lumMod val="95000"/>
                    <a:lumOff val="5000"/>
                  </a:schemeClr>
                </a:solidFill>
                <a:latin typeface="Times New Roman"/>
                <a:ea typeface="+mn-lt"/>
                <a:cs typeface="+mn-lt"/>
              </a:rPr>
              <a:t> for saving models.</a:t>
            </a:r>
            <a:endParaRPr lang="en-US" sz="1600">
              <a:solidFill>
                <a:schemeClr val="tx1">
                  <a:lumMod val="95000"/>
                  <a:lumOff val="5000"/>
                </a:schemeClr>
              </a:solidFill>
              <a:latin typeface="Times New Roman"/>
              <a:cs typeface="Times New Roman"/>
            </a:endParaRPr>
          </a:p>
          <a:p>
            <a:pPr algn="just">
              <a:lnSpc>
                <a:spcPct val="150000"/>
              </a:lnSpc>
            </a:pPr>
            <a:r>
              <a:rPr lang="en-US" b="1" dirty="0">
                <a:solidFill>
                  <a:schemeClr val="tx1">
                    <a:lumMod val="95000"/>
                    <a:lumOff val="5000"/>
                  </a:schemeClr>
                </a:solidFill>
                <a:latin typeface="Times New Roman"/>
                <a:ea typeface="+mn-lt"/>
                <a:cs typeface="+mn-lt"/>
              </a:rPr>
              <a:t>Data Loading and Preprocessing</a:t>
            </a:r>
            <a:r>
              <a:rPr lang="en-US" dirty="0">
                <a:solidFill>
                  <a:schemeClr val="tx1">
                    <a:lumMod val="95000"/>
                    <a:lumOff val="5000"/>
                  </a:schemeClr>
                </a:solidFill>
                <a:latin typeface="Times New Roman"/>
                <a:ea typeface="+mn-lt"/>
                <a:cs typeface="+mn-lt"/>
              </a:rPr>
              <a:t>:</a:t>
            </a:r>
            <a:endParaRPr lang="en-US" dirty="0">
              <a:solidFill>
                <a:schemeClr val="tx1">
                  <a:lumMod val="95000"/>
                  <a:lumOff val="5000"/>
                </a:schemeClr>
              </a:solidFill>
              <a:latin typeface="Times New Roman"/>
              <a:ea typeface="+mn-lt"/>
              <a:cs typeface="Times New Roman"/>
            </a:endParaRPr>
          </a:p>
          <a:p>
            <a:pPr marL="285750" indent="-285750" algn="just">
              <a:lnSpc>
                <a:spcPct val="150000"/>
              </a:lnSpc>
              <a:buFont typeface="Arial"/>
              <a:buChar char="•"/>
            </a:pPr>
            <a:r>
              <a:rPr lang="en-US" sz="1600" dirty="0">
                <a:solidFill>
                  <a:schemeClr val="tx1">
                    <a:lumMod val="95000"/>
                    <a:lumOff val="5000"/>
                  </a:schemeClr>
                </a:solidFill>
                <a:latin typeface="Times New Roman"/>
                <a:ea typeface="+mn-lt"/>
                <a:cs typeface="+mn-lt"/>
              </a:rPr>
              <a:t>The dataset is loaded from a CSV file.</a:t>
            </a:r>
            <a:endParaRPr lang="en-US" sz="1600" dirty="0">
              <a:solidFill>
                <a:schemeClr val="tx1">
                  <a:lumMod val="95000"/>
                  <a:lumOff val="5000"/>
                </a:schemeClr>
              </a:solidFill>
              <a:latin typeface="Times New Roman"/>
              <a:ea typeface="+mn-lt"/>
              <a:cs typeface="Times New Roman"/>
            </a:endParaRPr>
          </a:p>
          <a:p>
            <a:pPr marL="285750" indent="-285750" algn="just">
              <a:lnSpc>
                <a:spcPct val="150000"/>
              </a:lnSpc>
              <a:buFont typeface="Arial"/>
              <a:buChar char="•"/>
            </a:pPr>
            <a:r>
              <a:rPr lang="en-US" sz="1600" dirty="0">
                <a:solidFill>
                  <a:schemeClr val="tx1">
                    <a:lumMod val="95000"/>
                    <a:lumOff val="5000"/>
                  </a:schemeClr>
                </a:solidFill>
                <a:latin typeface="Times New Roman"/>
                <a:ea typeface="+mn-lt"/>
                <a:cs typeface="+mn-lt"/>
              </a:rPr>
              <a:t>Missing values in certain columns are filled with empty strings.</a:t>
            </a:r>
            <a:endParaRPr lang="en-US" sz="1600" dirty="0">
              <a:solidFill>
                <a:schemeClr val="tx1">
                  <a:lumMod val="95000"/>
                  <a:lumOff val="5000"/>
                </a:schemeClr>
              </a:solidFill>
              <a:latin typeface="Times New Roman"/>
              <a:ea typeface="+mn-lt"/>
              <a:cs typeface="Times New Roman"/>
            </a:endParaRPr>
          </a:p>
          <a:p>
            <a:pPr marL="285750" indent="-285750" algn="just">
              <a:lnSpc>
                <a:spcPct val="150000"/>
              </a:lnSpc>
              <a:buFont typeface="Arial"/>
              <a:buChar char="•"/>
            </a:pPr>
            <a:r>
              <a:rPr lang="en-US" sz="1600" dirty="0">
                <a:solidFill>
                  <a:schemeClr val="tx1">
                    <a:lumMod val="95000"/>
                    <a:lumOff val="5000"/>
                  </a:schemeClr>
                </a:solidFill>
                <a:latin typeface="Times New Roman"/>
                <a:ea typeface="+mn-lt"/>
                <a:cs typeface="+mn-lt"/>
              </a:rPr>
              <a:t>Features like name, follower count, friend count, location, and description are combined into a single feature called </a:t>
            </a:r>
            <a:r>
              <a:rPr lang="en-US" sz="1600" dirty="0">
                <a:solidFill>
                  <a:schemeClr val="tx1">
                    <a:lumMod val="95000"/>
                    <a:lumOff val="5000"/>
                  </a:schemeClr>
                </a:solidFill>
                <a:latin typeface="Times New Roman"/>
                <a:ea typeface="Microsoft YaHei"/>
                <a:cs typeface="Posterama"/>
              </a:rPr>
              <a:t>combined_features</a:t>
            </a:r>
            <a:r>
              <a:rPr lang="en-US" sz="1600" dirty="0">
                <a:solidFill>
                  <a:schemeClr val="tx1">
                    <a:lumMod val="95000"/>
                    <a:lumOff val="5000"/>
                  </a:schemeClr>
                </a:solidFill>
                <a:latin typeface="Times New Roman"/>
                <a:ea typeface="+mn-lt"/>
                <a:cs typeface="+mn-lt"/>
              </a:rPr>
              <a:t>.</a:t>
            </a:r>
            <a:endParaRPr lang="en-US" sz="1600" dirty="0">
              <a:solidFill>
                <a:schemeClr val="tx1">
                  <a:lumMod val="95000"/>
                  <a:lumOff val="5000"/>
                </a:schemeClr>
              </a:solidFill>
              <a:latin typeface="Times New Roman"/>
              <a:ea typeface="+mn-lt"/>
              <a:cs typeface="Times New Roman"/>
            </a:endParaRPr>
          </a:p>
          <a:p>
            <a:pPr marL="285750" indent="-285750" algn="just">
              <a:lnSpc>
                <a:spcPct val="150000"/>
              </a:lnSpc>
              <a:buFont typeface="Arial"/>
              <a:buChar char="•"/>
            </a:pPr>
            <a:r>
              <a:rPr lang="en-US" sz="1600" dirty="0">
                <a:solidFill>
                  <a:schemeClr val="tx1">
                    <a:lumMod val="95000"/>
                    <a:lumOff val="5000"/>
                  </a:schemeClr>
                </a:solidFill>
                <a:latin typeface="Times New Roman"/>
                <a:ea typeface="+mn-lt"/>
                <a:cs typeface="+mn-lt"/>
              </a:rPr>
              <a:t>Text preprocessing is performed on the combined features. This includes tokenization, removing </a:t>
            </a:r>
            <a:r>
              <a:rPr lang="en-US" sz="1600" err="1">
                <a:solidFill>
                  <a:schemeClr val="tx1">
                    <a:lumMod val="95000"/>
                    <a:lumOff val="5000"/>
                  </a:schemeClr>
                </a:solidFill>
                <a:latin typeface="Times New Roman"/>
                <a:ea typeface="+mn-lt"/>
                <a:cs typeface="+mn-lt"/>
              </a:rPr>
              <a:t>stopwords</a:t>
            </a:r>
            <a:r>
              <a:rPr lang="en-US" sz="1600" dirty="0">
                <a:solidFill>
                  <a:schemeClr val="tx1">
                    <a:lumMod val="95000"/>
                    <a:lumOff val="5000"/>
                  </a:schemeClr>
                </a:solidFill>
                <a:latin typeface="Times New Roman"/>
                <a:ea typeface="+mn-lt"/>
                <a:cs typeface="+mn-lt"/>
              </a:rPr>
              <a:t>, punctuation, and applying lemmatization.</a:t>
            </a:r>
            <a:endParaRPr lang="en-US" sz="1600">
              <a:solidFill>
                <a:schemeClr val="tx1">
                  <a:lumMod val="95000"/>
                  <a:lumOff val="5000"/>
                </a:schemeClr>
              </a:solidFill>
              <a:latin typeface="Times New Roman"/>
              <a:cs typeface="Times New Roman"/>
            </a:endParaRPr>
          </a:p>
          <a:p>
            <a:pPr marL="285750" indent="-285750" algn="just">
              <a:lnSpc>
                <a:spcPct val="150000"/>
              </a:lnSpc>
              <a:buFont typeface="Arial"/>
              <a:buChar char="•"/>
            </a:pPr>
            <a:endParaRPr lang="en-US" sz="1600" b="1" dirty="0">
              <a:solidFill>
                <a:schemeClr val="tx1">
                  <a:lumMod val="95000"/>
                  <a:lumOff val="5000"/>
                </a:schemeClr>
              </a:solidFill>
              <a:latin typeface="Times New Roman"/>
              <a:ea typeface="Microsoft YaHei"/>
              <a:cs typeface="Posterama"/>
            </a:endParaRPr>
          </a:p>
          <a:p>
            <a:pPr algn="just"/>
            <a:endParaRPr lang="en-US" sz="1600" b="1" dirty="0">
              <a:solidFill>
                <a:schemeClr val="tx1">
                  <a:lumMod val="95000"/>
                  <a:lumOff val="5000"/>
                </a:schemeClr>
              </a:solidFill>
              <a:latin typeface="Times New Roman"/>
              <a:ea typeface="Microsoft YaHei" panose="020B0503020204020204" charset="-122"/>
              <a:cs typeface="Posterama" panose="020B0504020200020000" pitchFamily="34" charset="0"/>
            </a:endParaRPr>
          </a:p>
        </p:txBody>
      </p:sp>
    </p:spTree>
    <p:extLst>
      <p:ext uri="{BB962C8B-B14F-4D97-AF65-F5344CB8AC3E}">
        <p14:creationId xmlns:p14="http://schemas.microsoft.com/office/powerpoint/2010/main" val="10936640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FD342-320E-C1F5-1170-3530DB658C84}"/>
              </a:ext>
            </a:extLst>
          </p:cNvPr>
          <p:cNvSpPr>
            <a:spLocks noGrp="1"/>
          </p:cNvSpPr>
          <p:nvPr>
            <p:ph type="title"/>
          </p:nvPr>
        </p:nvSpPr>
        <p:spPr>
          <a:xfrm>
            <a:off x="647970" y="1008668"/>
            <a:ext cx="10889796" cy="5206911"/>
          </a:xfrm>
        </p:spPr>
        <p:txBody>
          <a:bodyPr/>
          <a:lstStyle/>
          <a:p>
            <a:pPr>
              <a:lnSpc>
                <a:spcPct val="150000"/>
              </a:lnSpc>
            </a:pPr>
            <a:r>
              <a:rPr lang="en-US" sz="1800" dirty="0">
                <a:solidFill>
                  <a:srgbClr val="0D0D0D"/>
                </a:solidFill>
                <a:latin typeface="Times New Roman"/>
                <a:ea typeface="+mj-lt"/>
                <a:cs typeface="+mj-lt"/>
              </a:rPr>
              <a:t>Text Vectorization (TF-IDF)</a:t>
            </a:r>
            <a:r>
              <a:rPr lang="en-US" sz="1800" b="0" dirty="0">
                <a:solidFill>
                  <a:srgbClr val="0D0D0D"/>
                </a:solidFill>
                <a:latin typeface="Times New Roman"/>
                <a:ea typeface="+mj-lt"/>
                <a:cs typeface="+mj-lt"/>
              </a:rPr>
              <a:t>:</a:t>
            </a:r>
            <a:br>
              <a:rPr lang="en-US" sz="1800" b="0" dirty="0">
                <a:solidFill>
                  <a:srgbClr val="0D0D0D"/>
                </a:solidFill>
                <a:latin typeface="Times New Roman"/>
                <a:ea typeface="+mj-lt"/>
                <a:cs typeface="+mj-lt"/>
              </a:rPr>
            </a:br>
            <a:r>
              <a:rPr lang="en-US" sz="1600" b="0" dirty="0">
                <a:solidFill>
                  <a:srgbClr val="0D0D0D"/>
                </a:solidFill>
                <a:latin typeface="Times New Roman"/>
                <a:ea typeface="+mj-lt"/>
                <a:cs typeface="+mj-lt"/>
              </a:rPr>
              <a:t>The preprocessed text is vectorized using the TF-IDF (Term Frequency-Inverse Document Frequency) method. This helps in converting text data into numerical format for machine learning algorithms to process. </a:t>
            </a:r>
            <a:br>
              <a:rPr lang="en-US" sz="1600" b="0" dirty="0">
                <a:solidFill>
                  <a:srgbClr val="0D0D0D"/>
                </a:solidFill>
                <a:latin typeface="Times New Roman"/>
                <a:ea typeface="+mj-lt"/>
                <a:cs typeface="+mj-lt"/>
              </a:rPr>
            </a:br>
            <a:r>
              <a:rPr lang="en-US" sz="1800" dirty="0">
                <a:solidFill>
                  <a:srgbClr val="0D0D0D"/>
                </a:solidFill>
                <a:latin typeface="Times New Roman"/>
                <a:ea typeface="+mj-lt"/>
                <a:cs typeface="+mj-lt"/>
              </a:rPr>
              <a:t>Dimensionality Reduction (PCA)</a:t>
            </a:r>
            <a:r>
              <a:rPr lang="en-US" sz="1800" b="0" dirty="0">
                <a:solidFill>
                  <a:srgbClr val="0D0D0D"/>
                </a:solidFill>
                <a:latin typeface="Times New Roman"/>
                <a:ea typeface="+mj-lt"/>
                <a:cs typeface="+mj-lt"/>
              </a:rPr>
              <a:t>:</a:t>
            </a:r>
            <a:br>
              <a:rPr lang="en-US" sz="1800" b="0" dirty="0">
                <a:solidFill>
                  <a:srgbClr val="0D0D0D"/>
                </a:solidFill>
                <a:latin typeface="Times New Roman"/>
                <a:ea typeface="+mj-lt"/>
                <a:cs typeface="+mj-lt"/>
              </a:rPr>
            </a:br>
            <a:r>
              <a:rPr lang="en-US" sz="1800" b="0" dirty="0">
                <a:solidFill>
                  <a:srgbClr val="0D0D0D"/>
                </a:solidFill>
                <a:latin typeface="Times New Roman"/>
                <a:ea typeface="+mj-lt"/>
                <a:cs typeface="+mj-lt"/>
              </a:rPr>
              <a:t> </a:t>
            </a:r>
            <a:r>
              <a:rPr lang="en-US" sz="1600" b="0" dirty="0">
                <a:solidFill>
                  <a:srgbClr val="0D0D0D"/>
                </a:solidFill>
                <a:latin typeface="Times New Roman"/>
                <a:ea typeface="+mj-lt"/>
                <a:cs typeface="+mj-lt"/>
              </a:rPr>
              <a:t>PCA (Principal Component Analysis) is applied to reduce the dimensionality of the TF-IDF vectorized data. This is useful for reducing computational complexity and noise in the data.</a:t>
            </a:r>
            <a:br>
              <a:rPr lang="en-US" sz="1600" b="0" dirty="0">
                <a:solidFill>
                  <a:srgbClr val="0D0D0D"/>
                </a:solidFill>
                <a:latin typeface="Times New Roman"/>
                <a:ea typeface="+mj-lt"/>
                <a:cs typeface="+mj-lt"/>
              </a:rPr>
            </a:br>
            <a:r>
              <a:rPr lang="en-US" sz="1800" dirty="0">
                <a:solidFill>
                  <a:srgbClr val="0D0D0D"/>
                </a:solidFill>
                <a:latin typeface="Times New Roman"/>
                <a:ea typeface="+mj-lt"/>
                <a:cs typeface="+mj-lt"/>
              </a:rPr>
              <a:t>Splitting Data</a:t>
            </a:r>
            <a:r>
              <a:rPr lang="en-US" sz="1800" b="0" dirty="0">
                <a:solidFill>
                  <a:srgbClr val="0D0D0D"/>
                </a:solidFill>
                <a:latin typeface="Times New Roman"/>
                <a:ea typeface="+mj-lt"/>
                <a:cs typeface="+mj-lt"/>
              </a:rPr>
              <a:t>: </a:t>
            </a:r>
            <a:br>
              <a:rPr lang="en-US" sz="1800" b="0" dirty="0">
                <a:solidFill>
                  <a:srgbClr val="0D0D0D"/>
                </a:solidFill>
                <a:latin typeface="Times New Roman"/>
                <a:ea typeface="+mj-lt"/>
                <a:cs typeface="+mj-lt"/>
              </a:rPr>
            </a:br>
            <a:r>
              <a:rPr lang="en-US" sz="1600" b="0" dirty="0">
                <a:solidFill>
                  <a:srgbClr val="0D0D0D"/>
                </a:solidFill>
                <a:latin typeface="Times New Roman"/>
                <a:ea typeface="+mj-lt"/>
                <a:cs typeface="+mj-lt"/>
              </a:rPr>
              <a:t>The dataset is split into training and testing sets.</a:t>
            </a:r>
            <a:endParaRPr lang="en-US" sz="1600">
              <a:latin typeface="Times New Roman"/>
              <a:cs typeface="Times New Roman"/>
            </a:endParaRPr>
          </a:p>
        </p:txBody>
      </p:sp>
    </p:spTree>
    <p:extLst>
      <p:ext uri="{BB962C8B-B14F-4D97-AF65-F5344CB8AC3E}">
        <p14:creationId xmlns:p14="http://schemas.microsoft.com/office/powerpoint/2010/main" val="20961047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88BFC92-8CBF-7FAC-F4C1-F84360362FB5}"/>
              </a:ext>
            </a:extLst>
          </p:cNvPr>
          <p:cNvSpPr txBox="1"/>
          <p:nvPr/>
        </p:nvSpPr>
        <p:spPr>
          <a:xfrm>
            <a:off x="754045" y="1046629"/>
            <a:ext cx="7820717" cy="272574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indent="0" algn="just">
              <a:lnSpc>
                <a:spcPct val="150000"/>
              </a:lnSpc>
              <a:spcBef>
                <a:spcPts val="0"/>
              </a:spcBef>
              <a:buFontTx/>
              <a:buNone/>
            </a:pPr>
            <a:r>
              <a:rPr lang="en-US" b="1" dirty="0">
                <a:solidFill>
                  <a:srgbClr val="0D0D0D"/>
                </a:solidFill>
                <a:latin typeface="Times New Roman"/>
                <a:ea typeface="Söhne"/>
                <a:cs typeface="Söhne"/>
              </a:rPr>
              <a:t>Model Training</a:t>
            </a:r>
            <a:r>
              <a:rPr lang="en-US" dirty="0">
                <a:solidFill>
                  <a:srgbClr val="0D0D0D"/>
                </a:solidFill>
                <a:latin typeface="Times New Roman"/>
                <a:ea typeface="Söhne"/>
                <a:cs typeface="Söhne"/>
              </a:rPr>
              <a:t>:</a:t>
            </a:r>
            <a:endParaRPr lang="en-US"/>
          </a:p>
          <a:p>
            <a:pPr marL="285750" indent="-285750" algn="just">
              <a:lnSpc>
                <a:spcPct val="150000"/>
              </a:lnSpc>
              <a:buFont typeface="Arial"/>
              <a:buChar char="•"/>
            </a:pPr>
            <a:r>
              <a:rPr lang="en-US" sz="1600" dirty="0">
                <a:solidFill>
                  <a:srgbClr val="0D0D0D"/>
                </a:solidFill>
                <a:latin typeface="Times New Roman"/>
                <a:ea typeface="+mn-lt"/>
                <a:cs typeface="+mn-lt"/>
              </a:rPr>
              <a:t>Several classifiers are trained including SVM (Support Vector Machine), Naive Bayes, Random Forest, and K-Nearest Neighbors.</a:t>
            </a:r>
            <a:endParaRPr lang="en-US" sz="1600" dirty="0">
              <a:latin typeface="Times New Roman"/>
              <a:cs typeface="Times New Roman"/>
            </a:endParaRPr>
          </a:p>
          <a:p>
            <a:pPr marL="285750" indent="-285750" algn="just">
              <a:lnSpc>
                <a:spcPct val="150000"/>
              </a:lnSpc>
              <a:buFont typeface="Arial"/>
              <a:buChar char="•"/>
            </a:pPr>
            <a:r>
              <a:rPr lang="en-US" sz="1600" dirty="0">
                <a:solidFill>
                  <a:srgbClr val="0D0D0D"/>
                </a:solidFill>
                <a:latin typeface="Times New Roman"/>
                <a:ea typeface="+mn-lt"/>
                <a:cs typeface="+mn-lt"/>
              </a:rPr>
              <a:t>Each classifier is trained on the preprocessed and dimensionality-reduced data.</a:t>
            </a:r>
            <a:endParaRPr lang="en-US" sz="1600">
              <a:latin typeface="Times New Roman"/>
              <a:cs typeface="Times New Roman"/>
            </a:endParaRPr>
          </a:p>
          <a:p>
            <a:pPr algn="just">
              <a:lnSpc>
                <a:spcPct val="150000"/>
              </a:lnSpc>
            </a:pPr>
            <a:r>
              <a:rPr lang="en-US" b="1" dirty="0">
                <a:solidFill>
                  <a:srgbClr val="0D0D0D"/>
                </a:solidFill>
                <a:latin typeface="Times New Roman"/>
                <a:ea typeface="+mn-lt"/>
                <a:cs typeface="+mn-lt"/>
              </a:rPr>
              <a:t>Evaluation Metrics Calculation</a:t>
            </a:r>
            <a:r>
              <a:rPr lang="en-US" dirty="0">
                <a:solidFill>
                  <a:srgbClr val="0D0D0D"/>
                </a:solidFill>
                <a:latin typeface="Times New Roman"/>
                <a:ea typeface="+mn-lt"/>
                <a:cs typeface="+mn-lt"/>
              </a:rPr>
              <a:t>:</a:t>
            </a:r>
            <a:r>
              <a:rPr lang="en-US" sz="1600" dirty="0">
                <a:solidFill>
                  <a:srgbClr val="0D0D0D"/>
                </a:solidFill>
                <a:latin typeface="Times New Roman"/>
                <a:ea typeface="+mn-lt"/>
                <a:cs typeface="+mn-lt"/>
              </a:rPr>
              <a:t> </a:t>
            </a:r>
          </a:p>
          <a:p>
            <a:pPr algn="just">
              <a:lnSpc>
                <a:spcPct val="150000"/>
              </a:lnSpc>
            </a:pPr>
            <a:r>
              <a:rPr lang="en-US" sz="1600" dirty="0">
                <a:solidFill>
                  <a:srgbClr val="0D0D0D"/>
                </a:solidFill>
                <a:latin typeface="Times New Roman"/>
                <a:ea typeface="+mn-lt"/>
                <a:cs typeface="+mn-lt"/>
              </a:rPr>
              <a:t>Accuracy, precision, recall, and F1-score are calculated for each classifier using the testing data.</a:t>
            </a:r>
            <a:endParaRPr lang="en-US" sz="1600">
              <a:latin typeface="Times New Roman"/>
              <a:cs typeface="Times New Roman"/>
            </a:endParaRPr>
          </a:p>
        </p:txBody>
      </p:sp>
    </p:spTree>
    <p:extLst>
      <p:ext uri="{BB962C8B-B14F-4D97-AF65-F5344CB8AC3E}">
        <p14:creationId xmlns:p14="http://schemas.microsoft.com/office/powerpoint/2010/main" val="6565937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0FD4399-4FD8-4B7B-5805-0CB86ECCA7BF}"/>
              </a:ext>
            </a:extLst>
          </p:cNvPr>
          <p:cNvSpPr txBox="1"/>
          <p:nvPr/>
        </p:nvSpPr>
        <p:spPr>
          <a:xfrm>
            <a:off x="875535" y="908590"/>
            <a:ext cx="9316701" cy="30126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lnSpc>
                <a:spcPct val="150000"/>
              </a:lnSpc>
            </a:pPr>
            <a:r>
              <a:rPr lang="en-US" b="1" dirty="0">
                <a:solidFill>
                  <a:srgbClr val="0D0D0D"/>
                </a:solidFill>
                <a:latin typeface="Times New Roman"/>
                <a:ea typeface="+mn-lt"/>
                <a:cs typeface="+mn-lt"/>
              </a:rPr>
              <a:t>Saving Models</a:t>
            </a:r>
            <a:r>
              <a:rPr lang="en-US" dirty="0">
                <a:solidFill>
                  <a:srgbClr val="0D0D0D"/>
                </a:solidFill>
                <a:latin typeface="Times New Roman"/>
                <a:ea typeface="+mn-lt"/>
                <a:cs typeface="+mn-lt"/>
              </a:rPr>
              <a:t>:</a:t>
            </a:r>
            <a:endParaRPr lang="en-US"/>
          </a:p>
          <a:p>
            <a:pPr algn="just">
              <a:lnSpc>
                <a:spcPct val="150000"/>
              </a:lnSpc>
            </a:pPr>
            <a:r>
              <a:rPr lang="en-US" sz="1600" dirty="0">
                <a:solidFill>
                  <a:srgbClr val="0D0D0D"/>
                </a:solidFill>
                <a:latin typeface="Times New Roman"/>
                <a:ea typeface="+mn-lt"/>
                <a:cs typeface="+mn-lt"/>
              </a:rPr>
              <a:t>Trained models along with the vectorizer and PCA instances are saved using </a:t>
            </a:r>
            <a:r>
              <a:rPr lang="en-US" sz="1600" err="1">
                <a:solidFill>
                  <a:srgbClr val="0D0D0D"/>
                </a:solidFill>
                <a:latin typeface="Times New Roman"/>
                <a:ea typeface="+mn-lt"/>
                <a:cs typeface="+mn-lt"/>
              </a:rPr>
              <a:t>joblib</a:t>
            </a:r>
            <a:r>
              <a:rPr lang="en-US" sz="1600" dirty="0">
                <a:solidFill>
                  <a:srgbClr val="0D0D0D"/>
                </a:solidFill>
                <a:latin typeface="Times New Roman"/>
                <a:ea typeface="+mn-lt"/>
                <a:cs typeface="+mn-lt"/>
              </a:rPr>
              <a:t> for future use.</a:t>
            </a:r>
          </a:p>
          <a:p>
            <a:pPr algn="just">
              <a:lnSpc>
                <a:spcPct val="150000"/>
              </a:lnSpc>
            </a:pPr>
            <a:r>
              <a:rPr lang="en-US" b="1" dirty="0">
                <a:solidFill>
                  <a:srgbClr val="0D0D0D"/>
                </a:solidFill>
                <a:latin typeface="Times New Roman"/>
                <a:ea typeface="+mn-lt"/>
                <a:cs typeface="+mn-lt"/>
              </a:rPr>
              <a:t>Streamlit Application</a:t>
            </a:r>
            <a:r>
              <a:rPr lang="en-US" dirty="0">
                <a:solidFill>
                  <a:srgbClr val="0D0D0D"/>
                </a:solidFill>
                <a:latin typeface="Times New Roman"/>
                <a:ea typeface="+mn-lt"/>
                <a:cs typeface="+mn-lt"/>
              </a:rPr>
              <a:t>:</a:t>
            </a:r>
          </a:p>
          <a:p>
            <a:pPr marL="285750" indent="-285750" algn="just">
              <a:buFont typeface="Arial"/>
              <a:buChar char="•"/>
            </a:pPr>
            <a:r>
              <a:rPr lang="en-US" sz="1600" dirty="0">
                <a:solidFill>
                  <a:srgbClr val="0D0D0D"/>
                </a:solidFill>
                <a:latin typeface="Times New Roman"/>
                <a:ea typeface="+mn-lt"/>
                <a:cs typeface="+mn-lt"/>
              </a:rPr>
              <a:t>The Streamlit application is defined where users can input profile details.</a:t>
            </a:r>
            <a:endParaRPr lang="en-US" sz="1600">
              <a:latin typeface="Times New Roman"/>
              <a:cs typeface="Times New Roman"/>
            </a:endParaRPr>
          </a:p>
          <a:p>
            <a:pPr marL="285750" indent="-285750" algn="just">
              <a:lnSpc>
                <a:spcPct val="150000"/>
              </a:lnSpc>
              <a:buFont typeface="Arial"/>
              <a:buChar char="•"/>
            </a:pPr>
            <a:r>
              <a:rPr lang="en-US" sz="1600" dirty="0">
                <a:solidFill>
                  <a:srgbClr val="0D0D0D"/>
                </a:solidFill>
                <a:latin typeface="Times New Roman"/>
                <a:ea typeface="+mn-lt"/>
                <a:cs typeface="+mn-lt"/>
              </a:rPr>
              <a:t>Upon clicking the 'Predict' button, the input details are preprocessed, vectorized, transformed using PCA, and fed into the SVM classifier for prediction.</a:t>
            </a:r>
            <a:endParaRPr lang="en-US" sz="1600" dirty="0">
              <a:latin typeface="Times New Roman"/>
              <a:cs typeface="Times New Roman"/>
            </a:endParaRPr>
          </a:p>
          <a:p>
            <a:pPr marL="285750" indent="-285750" algn="just">
              <a:lnSpc>
                <a:spcPct val="150000"/>
              </a:lnSpc>
              <a:buFont typeface="Arial"/>
              <a:buChar char="•"/>
            </a:pPr>
            <a:r>
              <a:rPr lang="en-US" sz="1600" dirty="0">
                <a:solidFill>
                  <a:srgbClr val="0D0D0D"/>
                </a:solidFill>
                <a:latin typeface="Times New Roman"/>
                <a:ea typeface="+mn-lt"/>
                <a:cs typeface="+mn-lt"/>
              </a:rPr>
              <a:t>The predicted label (Fake Profile or Genuine Profile) is displayed to the user.</a:t>
            </a:r>
            <a:endParaRPr lang="en-US" sz="1600">
              <a:latin typeface="Times New Roman"/>
              <a:cs typeface="Times New Roman"/>
            </a:endParaRPr>
          </a:p>
          <a:p>
            <a:pPr>
              <a:lnSpc>
                <a:spcPct val="150000"/>
              </a:lnSpc>
            </a:pPr>
            <a:endParaRPr lang="en-US" dirty="0">
              <a:solidFill>
                <a:srgbClr val="0D0D0D"/>
              </a:solidFill>
              <a:latin typeface="Times New Roman"/>
              <a:cs typeface="Times New Roman"/>
            </a:endParaRPr>
          </a:p>
        </p:txBody>
      </p:sp>
    </p:spTree>
    <p:extLst>
      <p:ext uri="{BB962C8B-B14F-4D97-AF65-F5344CB8AC3E}">
        <p14:creationId xmlns:p14="http://schemas.microsoft.com/office/powerpoint/2010/main" val="33319211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45F10-536D-CBDC-759D-1E81CED215BE}"/>
              </a:ext>
            </a:extLst>
          </p:cNvPr>
          <p:cNvSpPr>
            <a:spLocks noGrp="1"/>
          </p:cNvSpPr>
          <p:nvPr>
            <p:ph type="title"/>
          </p:nvPr>
        </p:nvSpPr>
        <p:spPr/>
        <p:txBody>
          <a:bodyPr/>
          <a:lstStyle/>
          <a:p>
            <a:r>
              <a:rPr lang="en-US" sz="3600" dirty="0">
                <a:latin typeface="Times New Roman"/>
                <a:cs typeface="Times New Roman"/>
              </a:rPr>
              <a:t>Result</a:t>
            </a:r>
          </a:p>
        </p:txBody>
      </p:sp>
      <p:sp>
        <p:nvSpPr>
          <p:cNvPr id="3" name="TextBox 2">
            <a:extLst>
              <a:ext uri="{FF2B5EF4-FFF2-40B4-BE49-F238E27FC236}">
                <a16:creationId xmlns:a16="http://schemas.microsoft.com/office/drawing/2014/main" id="{5D919A0C-2A73-833C-6829-8691C9703EFF}"/>
              </a:ext>
            </a:extLst>
          </p:cNvPr>
          <p:cNvSpPr txBox="1"/>
          <p:nvPr/>
        </p:nvSpPr>
        <p:spPr>
          <a:xfrm>
            <a:off x="648951" y="1629280"/>
            <a:ext cx="1089409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chemeClr val="tx1">
                    <a:lumMod val="95000"/>
                    <a:lumOff val="5000"/>
                  </a:schemeClr>
                </a:solidFill>
                <a:latin typeface="Times New Roman"/>
                <a:ea typeface="Microsoft YaHei"/>
                <a:cs typeface="Posterama"/>
              </a:rPr>
              <a:t>Accuracy Results of 4 Classification models</a:t>
            </a:r>
            <a:endParaRPr lang="en-US" sz="1800" b="1">
              <a:solidFill>
                <a:schemeClr val="tx1">
                  <a:lumMod val="95000"/>
                  <a:lumOff val="5000"/>
                </a:schemeClr>
              </a:solidFill>
              <a:latin typeface="Times New Roman"/>
              <a:ea typeface="Microsoft YaHei" panose="020B0503020204020204" charset="-122"/>
              <a:cs typeface="Posterama" panose="020B0504020200020000" pitchFamily="34" charset="0"/>
            </a:endParaRPr>
          </a:p>
        </p:txBody>
      </p:sp>
      <p:pic>
        <p:nvPicPr>
          <p:cNvPr id="4" name="Picture 3" descr="A number on a white background&#10;&#10;Description automatically generated">
            <a:extLst>
              <a:ext uri="{FF2B5EF4-FFF2-40B4-BE49-F238E27FC236}">
                <a16:creationId xmlns:a16="http://schemas.microsoft.com/office/drawing/2014/main" id="{EB3130E1-C15C-4C78-4E2D-C86B5829E8AC}"/>
              </a:ext>
            </a:extLst>
          </p:cNvPr>
          <p:cNvPicPr>
            <a:picLocks noChangeAspect="1"/>
          </p:cNvPicPr>
          <p:nvPr/>
        </p:nvPicPr>
        <p:blipFill>
          <a:blip r:embed="rId2"/>
          <a:stretch>
            <a:fillRect/>
          </a:stretch>
        </p:blipFill>
        <p:spPr>
          <a:xfrm>
            <a:off x="773043" y="2600960"/>
            <a:ext cx="9983304" cy="2484339"/>
          </a:xfrm>
          <a:prstGeom prst="rect">
            <a:avLst/>
          </a:prstGeom>
        </p:spPr>
      </p:pic>
    </p:spTree>
    <p:extLst>
      <p:ext uri="{BB962C8B-B14F-4D97-AF65-F5344CB8AC3E}">
        <p14:creationId xmlns:p14="http://schemas.microsoft.com/office/powerpoint/2010/main" val="34736364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ADCF4-81EC-E7CC-E7A9-7319B12F0C77}"/>
              </a:ext>
            </a:extLst>
          </p:cNvPr>
          <p:cNvSpPr>
            <a:spLocks noGrp="1"/>
          </p:cNvSpPr>
          <p:nvPr>
            <p:ph type="title"/>
          </p:nvPr>
        </p:nvSpPr>
        <p:spPr/>
        <p:txBody>
          <a:bodyPr/>
          <a:lstStyle/>
          <a:p>
            <a:r>
              <a:rPr lang="en-IN" sz="3600" dirty="0">
                <a:latin typeface="Times New Roman" panose="02020603050405020304" pitchFamily="18" charset="0"/>
                <a:cs typeface="Times New Roman" panose="02020603050405020304" pitchFamily="18" charset="0"/>
              </a:rPr>
              <a:t>Output Screens</a:t>
            </a:r>
          </a:p>
        </p:txBody>
      </p:sp>
      <p:pic>
        <p:nvPicPr>
          <p:cNvPr id="3" name="Picture 2" descr="A screenshot of a social media account&#10;&#10;Description automatically generated">
            <a:extLst>
              <a:ext uri="{FF2B5EF4-FFF2-40B4-BE49-F238E27FC236}">
                <a16:creationId xmlns:a16="http://schemas.microsoft.com/office/drawing/2014/main" id="{837E709F-59C7-D199-B2E5-30928B2838B3}"/>
              </a:ext>
            </a:extLst>
          </p:cNvPr>
          <p:cNvPicPr>
            <a:picLocks noChangeAspect="1"/>
          </p:cNvPicPr>
          <p:nvPr/>
        </p:nvPicPr>
        <p:blipFill>
          <a:blip r:embed="rId2"/>
          <a:stretch>
            <a:fillRect/>
          </a:stretch>
        </p:blipFill>
        <p:spPr>
          <a:xfrm>
            <a:off x="864341" y="1797878"/>
            <a:ext cx="5304742" cy="4114800"/>
          </a:xfrm>
          <a:prstGeom prst="rect">
            <a:avLst/>
          </a:prstGeom>
        </p:spPr>
      </p:pic>
      <p:pic>
        <p:nvPicPr>
          <p:cNvPr id="4" name="Picture 3" descr="A screenshot of a computer&#10;&#10;Description automatically generated">
            <a:extLst>
              <a:ext uri="{FF2B5EF4-FFF2-40B4-BE49-F238E27FC236}">
                <a16:creationId xmlns:a16="http://schemas.microsoft.com/office/drawing/2014/main" id="{65F715F8-794E-3636-A8D5-8720EE374BA0}"/>
              </a:ext>
            </a:extLst>
          </p:cNvPr>
          <p:cNvPicPr>
            <a:picLocks noChangeAspect="1"/>
          </p:cNvPicPr>
          <p:nvPr/>
        </p:nvPicPr>
        <p:blipFill>
          <a:blip r:embed="rId3"/>
          <a:stretch>
            <a:fillRect/>
          </a:stretch>
        </p:blipFill>
        <p:spPr>
          <a:xfrm>
            <a:off x="6570317" y="1802296"/>
            <a:ext cx="5257800" cy="4114800"/>
          </a:xfrm>
          <a:prstGeom prst="rect">
            <a:avLst/>
          </a:prstGeom>
        </p:spPr>
      </p:pic>
    </p:spTree>
    <p:extLst>
      <p:ext uri="{BB962C8B-B14F-4D97-AF65-F5344CB8AC3E}">
        <p14:creationId xmlns:p14="http://schemas.microsoft.com/office/powerpoint/2010/main" val="30517389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screenshot of a social media account&#10;&#10;Description automatically generated">
            <a:extLst>
              <a:ext uri="{FF2B5EF4-FFF2-40B4-BE49-F238E27FC236}">
                <a16:creationId xmlns:a16="http://schemas.microsoft.com/office/drawing/2014/main" id="{1B8969BA-838B-3992-27A2-C5EED0DA024F}"/>
              </a:ext>
            </a:extLst>
          </p:cNvPr>
          <p:cNvPicPr>
            <a:picLocks noChangeAspect="1"/>
          </p:cNvPicPr>
          <p:nvPr/>
        </p:nvPicPr>
        <p:blipFill>
          <a:blip r:embed="rId2"/>
          <a:stretch>
            <a:fillRect/>
          </a:stretch>
        </p:blipFill>
        <p:spPr>
          <a:xfrm>
            <a:off x="751518" y="1163782"/>
            <a:ext cx="5632056" cy="4368800"/>
          </a:xfrm>
          <a:prstGeom prst="rect">
            <a:avLst/>
          </a:prstGeom>
        </p:spPr>
      </p:pic>
      <p:pic>
        <p:nvPicPr>
          <p:cNvPr id="7" name="Picture 6" descr="A screenshot of a computer&#10;&#10;Description automatically generated">
            <a:extLst>
              <a:ext uri="{FF2B5EF4-FFF2-40B4-BE49-F238E27FC236}">
                <a16:creationId xmlns:a16="http://schemas.microsoft.com/office/drawing/2014/main" id="{06C321FD-0097-D2BD-1B31-7F25EFE37971}"/>
              </a:ext>
            </a:extLst>
          </p:cNvPr>
          <p:cNvPicPr>
            <a:picLocks noChangeAspect="1"/>
          </p:cNvPicPr>
          <p:nvPr/>
        </p:nvPicPr>
        <p:blipFill>
          <a:blip r:embed="rId3"/>
          <a:stretch>
            <a:fillRect/>
          </a:stretch>
        </p:blipFill>
        <p:spPr>
          <a:xfrm>
            <a:off x="6615781" y="1163782"/>
            <a:ext cx="5148803" cy="4368799"/>
          </a:xfrm>
          <a:prstGeom prst="rect">
            <a:avLst/>
          </a:prstGeom>
        </p:spPr>
      </p:pic>
    </p:spTree>
    <p:extLst>
      <p:ext uri="{BB962C8B-B14F-4D97-AF65-F5344CB8AC3E}">
        <p14:creationId xmlns:p14="http://schemas.microsoft.com/office/powerpoint/2010/main" val="34278744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graph of blue rectangular bars&#10;&#10;Description automatically generated">
            <a:extLst>
              <a:ext uri="{FF2B5EF4-FFF2-40B4-BE49-F238E27FC236}">
                <a16:creationId xmlns:a16="http://schemas.microsoft.com/office/drawing/2014/main" id="{4BA12CA5-E58B-B0C2-4F92-209E61AFC036}"/>
              </a:ext>
            </a:extLst>
          </p:cNvPr>
          <p:cNvPicPr>
            <a:picLocks noChangeAspect="1"/>
          </p:cNvPicPr>
          <p:nvPr/>
        </p:nvPicPr>
        <p:blipFill>
          <a:blip r:embed="rId2"/>
          <a:stretch>
            <a:fillRect/>
          </a:stretch>
        </p:blipFill>
        <p:spPr>
          <a:xfrm>
            <a:off x="1779749" y="1082964"/>
            <a:ext cx="8736409" cy="5223163"/>
          </a:xfrm>
          <a:prstGeom prst="rect">
            <a:avLst/>
          </a:prstGeom>
        </p:spPr>
      </p:pic>
    </p:spTree>
    <p:extLst>
      <p:ext uri="{BB962C8B-B14F-4D97-AF65-F5344CB8AC3E}">
        <p14:creationId xmlns:p14="http://schemas.microsoft.com/office/powerpoint/2010/main" val="23458453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E92F8-9403-FB96-B117-A6871308F017}"/>
              </a:ext>
            </a:extLst>
          </p:cNvPr>
          <p:cNvSpPr>
            <a:spLocks noGrp="1"/>
          </p:cNvSpPr>
          <p:nvPr>
            <p:ph type="title"/>
          </p:nvPr>
        </p:nvSpPr>
        <p:spPr/>
        <p:txBody>
          <a:bodyPr/>
          <a:lstStyle/>
          <a:p>
            <a:r>
              <a:rPr lang="en-US" sz="3600" dirty="0">
                <a:latin typeface="Times New Roman"/>
                <a:cs typeface="Times New Roman"/>
              </a:rPr>
              <a:t>Conclusion</a:t>
            </a:r>
          </a:p>
        </p:txBody>
      </p:sp>
      <p:sp>
        <p:nvSpPr>
          <p:cNvPr id="3" name="TextBox 2">
            <a:extLst>
              <a:ext uri="{FF2B5EF4-FFF2-40B4-BE49-F238E27FC236}">
                <a16:creationId xmlns:a16="http://schemas.microsoft.com/office/drawing/2014/main" id="{2E67ECDE-DDE0-5B8F-D9AD-F6CE51878618}"/>
              </a:ext>
            </a:extLst>
          </p:cNvPr>
          <p:cNvSpPr txBox="1"/>
          <p:nvPr/>
        </p:nvSpPr>
        <p:spPr>
          <a:xfrm>
            <a:off x="814640" y="2057312"/>
            <a:ext cx="10189911" cy="26334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lnSpc>
                <a:spcPct val="150000"/>
              </a:lnSpc>
              <a:buFont typeface="Arial"/>
              <a:buChar char="•"/>
            </a:pPr>
            <a:r>
              <a:rPr lang="en-US" sz="1600" dirty="0">
                <a:solidFill>
                  <a:srgbClr val="0D0D0D"/>
                </a:solidFill>
                <a:latin typeface="Times New Roman"/>
                <a:ea typeface="+mn-lt"/>
                <a:cs typeface="+mn-lt"/>
              </a:rPr>
              <a:t>This project focuses on detecting fake profiles on social networks by using advanced computer techniques like machine learning and natural language processing (NLP). We trained algorithms such as Support Vector Machines (SVM), Naive Bayes, and K-Nearest Neighbors (KNN) on a dataset containing real and fake profiles' features. The algorithms learned to identify patterns that distinguish fake from genuine profiles.</a:t>
            </a:r>
            <a:endParaRPr lang="en-US"/>
          </a:p>
          <a:p>
            <a:pPr marL="285750" indent="-285750" algn="just">
              <a:lnSpc>
                <a:spcPct val="150000"/>
              </a:lnSpc>
              <a:buFont typeface="Arial"/>
              <a:buChar char="•"/>
            </a:pPr>
            <a:r>
              <a:rPr lang="en-US" sz="1600" dirty="0">
                <a:solidFill>
                  <a:srgbClr val="0D0D0D"/>
                </a:solidFill>
                <a:latin typeface="Times New Roman"/>
                <a:ea typeface="+mn-lt"/>
                <a:cs typeface="+mn-lt"/>
              </a:rPr>
              <a:t>Our project significantly improved the ability to detect fake profiles on social media. This is crucial for ensuring trust and honesty in online communities, as it helps prevent deceptive practices and maintains a safe and authentic environment for users.</a:t>
            </a:r>
            <a:endParaRPr lang="en-US" sz="1600">
              <a:latin typeface="Times New Roman"/>
              <a:cs typeface="Times New Roman"/>
            </a:endParaRPr>
          </a:p>
        </p:txBody>
      </p:sp>
    </p:spTree>
    <p:extLst>
      <p:ext uri="{BB962C8B-B14F-4D97-AF65-F5344CB8AC3E}">
        <p14:creationId xmlns:p14="http://schemas.microsoft.com/office/powerpoint/2010/main" val="39461240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309242" y="2636330"/>
            <a:ext cx="7604456" cy="1312426"/>
          </a:xfrm>
        </p:spPr>
        <p:txBody>
          <a:bodyPr/>
          <a:lstStyle/>
          <a:p>
            <a:r>
              <a:rPr lang="en-US" sz="8000" dirty="0">
                <a:latin typeface="Times New Roman" panose="02020603050405020304"/>
                <a:cs typeface="Times New Roman" panose="02020603050405020304"/>
              </a:rPr>
              <a:t>THANK YOU</a:t>
            </a:r>
          </a:p>
        </p:txBody>
      </p:sp>
    </p:spTree>
  </p:cSld>
  <p:clrMapOvr>
    <a:masterClrMapping/>
  </p:clrMapOvr>
</p:sld>
</file>

<file path=ppt/theme/theme1.xml><?xml version="1.0" encoding="utf-8"?>
<a:theme xmlns:a="http://schemas.openxmlformats.org/drawingml/2006/main" name="Custom">
  <a:themeElements>
    <a:clrScheme name="Custom 9">
      <a:dk1>
        <a:srgbClr val="000000"/>
      </a:dk1>
      <a:lt1>
        <a:srgbClr val="FFFFFF"/>
      </a:lt1>
      <a:dk2>
        <a:srgbClr val="0F253E"/>
      </a:dk2>
      <a:lt2>
        <a:srgbClr val="E7E6E6"/>
      </a:lt2>
      <a:accent1>
        <a:srgbClr val="4472C4"/>
      </a:accent1>
      <a:accent2>
        <a:srgbClr val="B83803"/>
      </a:accent2>
      <a:accent3>
        <a:srgbClr val="DCD3CC"/>
      </a:accent3>
      <a:accent4>
        <a:srgbClr val="F79320"/>
      </a:accent4>
      <a:accent5>
        <a:srgbClr val="44668D"/>
      </a:accent5>
      <a:accent6>
        <a:srgbClr val="0F253E"/>
      </a:accent6>
      <a:hlink>
        <a:srgbClr val="AEC0D9"/>
      </a:hlink>
      <a:folHlink>
        <a:srgbClr val="B83903"/>
      </a:folHlink>
    </a:clrScheme>
    <a:fontScheme name="Custom 10">
      <a:majorFont>
        <a:latin typeface="Posterama Text Black"/>
        <a:ea typeface=""/>
        <a:cs typeface=""/>
      </a:majorFont>
      <a:minorFont>
        <a:latin typeface="Abad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marL="0" indent="0" algn="ctr">
          <a:lnSpc>
            <a:spcPct val="100000"/>
          </a:lnSpc>
          <a:spcBef>
            <a:spcPts val="0"/>
          </a:spcBef>
          <a:buFontTx/>
          <a:buNone/>
          <a:defRPr sz="1800" smtClean="0">
            <a:solidFill>
              <a:prstClr val="white"/>
            </a:solidFill>
            <a:latin typeface="Posterama" panose="020B0504020200020000" pitchFamily="34" charset="0"/>
            <a:ea typeface="Microsoft YaHei" panose="020B0503020204020204" charset="-122"/>
            <a:cs typeface="Posterama" panose="020B0504020200020000"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4AD51DF-C727-4608-B606-5D6C957D4C4D}">
  <ds:schemaRefs/>
</ds:datastoreItem>
</file>

<file path=customXml/itemProps2.xml><?xml version="1.0" encoding="utf-8"?>
<ds:datastoreItem xmlns:ds="http://schemas.openxmlformats.org/officeDocument/2006/customXml" ds:itemID="{1E0D8C9A-C895-482B-B501-694996FFDE4D}">
  <ds:schemaRefs/>
</ds:datastoreItem>
</file>

<file path=customXml/itemProps3.xml><?xml version="1.0" encoding="utf-8"?>
<ds:datastoreItem xmlns:ds="http://schemas.openxmlformats.org/officeDocument/2006/customXml" ds:itemID="{C511997D-2559-4D54-8469-327570B1872D}">
  <ds:schemaRefs/>
</ds:datastoreItem>
</file>

<file path=docProps/app.xml><?xml version="1.0" encoding="utf-8"?>
<Properties xmlns="http://schemas.openxmlformats.org/officeDocument/2006/extended-properties" xmlns:vt="http://schemas.openxmlformats.org/officeDocument/2006/docPropsVTypes">
  <Template>Hexagon presentation light</Template>
  <TotalTime>12</TotalTime>
  <Words>1712</Words>
  <Application>Microsoft Office PowerPoint</Application>
  <PresentationFormat>Widescreen</PresentationFormat>
  <Paragraphs>122</Paragraphs>
  <Slides>29</Slides>
  <Notes>1</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Custom</vt:lpstr>
      <vt:lpstr>Fake Profile Identification In Social Network Using Machine Learning &amp; NLP</vt:lpstr>
      <vt:lpstr>AGENDA</vt:lpstr>
      <vt:lpstr>Abstract </vt:lpstr>
      <vt:lpstr>Introduction </vt:lpstr>
      <vt:lpstr>Requirement Specification </vt:lpstr>
      <vt:lpstr>Existing System </vt:lpstr>
      <vt:lpstr>Drawbacks of Existing System </vt:lpstr>
      <vt:lpstr>Proposed System</vt:lpstr>
      <vt:lpstr>Methodology</vt:lpstr>
      <vt:lpstr>Data Collection and Preprocessing </vt:lpstr>
      <vt:lpstr>Dataset Description</vt:lpstr>
      <vt:lpstr>Dataset</vt:lpstr>
      <vt:lpstr>Model Training and Testing</vt:lpstr>
      <vt:lpstr>Model Evaluation and Persistence </vt:lpstr>
      <vt:lpstr>Streamlit Interface </vt:lpstr>
      <vt:lpstr>Design Architecture</vt:lpstr>
      <vt:lpstr>Algorithms</vt:lpstr>
      <vt:lpstr>PowerPoint Presentation</vt:lpstr>
      <vt:lpstr>PowerPoint Presentation</vt:lpstr>
      <vt:lpstr>Implementation </vt:lpstr>
      <vt:lpstr>Text Vectorization (TF-IDF): The preprocessed text is vectorized using the TF-IDF (Term Frequency-Inverse Document Frequency) method. This helps in converting text data into numerical format for machine learning algorithms to process.  Dimensionality Reduction (PCA):  PCA (Principal Component Analysis) is applied to reduce the dimensionality of the TF-IDF vectorized data. This is useful for reducing computational complexity and noise in the data. Splitting Data:  The dataset is split into training and testing sets.</vt:lpstr>
      <vt:lpstr>PowerPoint Presentation</vt:lpstr>
      <vt:lpstr>PowerPoint Presentation</vt:lpstr>
      <vt:lpstr>Result</vt:lpstr>
      <vt:lpstr>Output Screens</vt:lpstr>
      <vt:lpstr>PowerPoint Presentation</vt:lpstr>
      <vt:lpstr>PowerPoint Presentation</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creator>Bhagi Gulipalli</dc:creator>
  <cp:lastModifiedBy>kopparapu rajyalakshmi</cp:lastModifiedBy>
  <cp:revision>1385</cp:revision>
  <dcterms:created xsi:type="dcterms:W3CDTF">2024-02-05T09:07:00Z</dcterms:created>
  <dcterms:modified xsi:type="dcterms:W3CDTF">2024-05-11T06:02:36Z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y fmtid="{D5CDD505-2E9C-101B-9397-08002B2CF9AE}" pid="4" name="ICV">
    <vt:lpwstr>D520570E2CF44E00A9EAEAA235417705_13</vt:lpwstr>
  </property>
  <property fmtid="{D5CDD505-2E9C-101B-9397-08002B2CF9AE}" pid="5" name="KSOProductBuildVer">
    <vt:lpwstr>1033-12.2.0.13431</vt:lpwstr>
  </property>
</Properties>
</file>